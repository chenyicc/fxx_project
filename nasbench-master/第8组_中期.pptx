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62" r:id="rId3"/>
  </p:sldMasterIdLst>
  <p:notesMasterIdLst>
    <p:notesMasterId r:id="rId17"/>
  </p:notesMasterIdLst>
  <p:sldIdLst>
    <p:sldId id="268" r:id="rId4"/>
    <p:sldId id="345" r:id="rId5"/>
    <p:sldId id="347" r:id="rId6"/>
    <p:sldId id="339" r:id="rId7"/>
    <p:sldId id="351" r:id="rId8"/>
    <p:sldId id="350" r:id="rId9"/>
    <p:sldId id="342" r:id="rId10"/>
    <p:sldId id="343" r:id="rId11"/>
    <p:sldId id="352" r:id="rId12"/>
    <p:sldId id="353" r:id="rId13"/>
    <p:sldId id="349" r:id="rId14"/>
    <p:sldId id="341" r:id="rId15"/>
    <p:sldId id="287"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guide id="3" orient="horz" pos="352" userDrawn="1">
          <p15:clr>
            <a:srgbClr val="A4A3A4"/>
          </p15:clr>
        </p15:guide>
        <p15:guide id="4" orient="horz" pos="3974" userDrawn="1">
          <p15:clr>
            <a:srgbClr val="A4A3A4"/>
          </p15:clr>
        </p15:guide>
        <p15:guide id="5" pos="325" userDrawn="1">
          <p15:clr>
            <a:srgbClr val="A4A3A4"/>
          </p15:clr>
        </p15:guide>
        <p15:guide id="6" pos="735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F43"/>
    <a:srgbClr val="ED6C00"/>
    <a:srgbClr val="06383C"/>
    <a:srgbClr val="2BB7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9" autoAdjust="0"/>
    <p:restoredTop sz="94660"/>
  </p:normalViewPr>
  <p:slideViewPr>
    <p:cSldViewPr snapToGrid="0" showGuides="1">
      <p:cViewPr varScale="1">
        <p:scale>
          <a:sx n="88" d="100"/>
          <a:sy n="88" d="100"/>
        </p:scale>
        <p:origin x="66" y="63"/>
      </p:cViewPr>
      <p:guideLst>
        <p:guide orient="horz" pos="2184"/>
        <p:guide pos="3840"/>
        <p:guide orient="horz" pos="352"/>
        <p:guide orient="horz" pos="3974"/>
        <p:guide pos="325"/>
        <p:guide pos="735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2025/12/14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进阶设计）">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Footer Placeholder 7"/>
          <p:cNvSpPr>
            <a:spLocks noGrp="1"/>
          </p:cNvSpPr>
          <p:nvPr>
            <p:ph type="ftr" sz="quarter" idx="3"/>
          </p:nvPr>
        </p:nvSpPr>
        <p:spPr>
          <a:xfrm>
            <a:off x="4165600" y="6356351"/>
            <a:ext cx="3860800" cy="365125"/>
          </a:xfrm>
          <a:prstGeom prst="rect">
            <a:avLst/>
          </a:prstGeom>
        </p:spPr>
        <p:txBody>
          <a:bodyPr/>
          <a:lstStyle>
            <a:lvl1pPr algn="ctr">
              <a:defRPr/>
            </a:lvl1pPr>
          </a:lstStyle>
          <a:p>
            <a:r>
              <a:rPr lang="en-US"/>
              <a:t>TU3C-2</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7"/>
          <p:cNvSpPr>
            <a:spLocks noGrp="1"/>
          </p:cNvSpPr>
          <p:nvPr>
            <p:ph type="ftr" sz="quarter" idx="3"/>
          </p:nvPr>
        </p:nvSpPr>
        <p:spPr>
          <a:xfrm>
            <a:off x="4165600" y="6356351"/>
            <a:ext cx="3860800" cy="365125"/>
          </a:xfrm>
          <a:prstGeom prst="rect">
            <a:avLst/>
          </a:prstGeom>
        </p:spPr>
        <p:txBody>
          <a:bodyPr/>
          <a:lstStyle/>
          <a:p>
            <a:r>
              <a:rPr lang="en-US"/>
              <a:t>TU3C-2</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Footer Placeholder 7"/>
          <p:cNvSpPr>
            <a:spLocks noGrp="1"/>
          </p:cNvSpPr>
          <p:nvPr>
            <p:ph type="ftr" sz="quarter" idx="3"/>
          </p:nvPr>
        </p:nvSpPr>
        <p:spPr>
          <a:xfrm>
            <a:off x="4165600" y="6356351"/>
            <a:ext cx="3860800" cy="365125"/>
          </a:xfrm>
          <a:prstGeom prst="rect">
            <a:avLst/>
          </a:prstGeom>
        </p:spPr>
        <p:txBody>
          <a:bodyPr/>
          <a:lstStyle/>
          <a:p>
            <a:r>
              <a:rPr lang="en-US"/>
              <a:t>TU3C-2</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7"/>
          <p:cNvSpPr>
            <a:spLocks noGrp="1"/>
          </p:cNvSpPr>
          <p:nvPr>
            <p:ph type="ftr" sz="quarter" idx="3"/>
          </p:nvPr>
        </p:nvSpPr>
        <p:spPr>
          <a:xfrm>
            <a:off x="4165600" y="6356351"/>
            <a:ext cx="3860800" cy="365125"/>
          </a:xfrm>
          <a:prstGeom prst="rect">
            <a:avLst/>
          </a:prstGeom>
        </p:spPr>
        <p:txBody>
          <a:bodyPr/>
          <a:lstStyle/>
          <a:p>
            <a:r>
              <a:rPr lang="en-US"/>
              <a:t>TU3C-2</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09600" y="6356351"/>
            <a:ext cx="2844800" cy="365125"/>
          </a:xfrm>
          <a:prstGeom prst="rect">
            <a:avLst/>
          </a:prstGeom>
        </p:spPr>
        <p:txBody>
          <a:bodyPr/>
          <a:lstStyle/>
          <a:p>
            <a:endParaRPr lang="en-US"/>
          </a:p>
        </p:txBody>
      </p:sp>
      <p:sp>
        <p:nvSpPr>
          <p:cNvPr id="8" name="Footer Placeholder 7"/>
          <p:cNvSpPr>
            <a:spLocks noGrp="1"/>
          </p:cNvSpPr>
          <p:nvPr>
            <p:ph type="ftr" sz="quarter" idx="11"/>
          </p:nvPr>
        </p:nvSpPr>
        <p:spPr>
          <a:xfrm>
            <a:off x="4165600" y="6356351"/>
            <a:ext cx="3860800" cy="365125"/>
          </a:xfrm>
          <a:prstGeom prst="rect">
            <a:avLst/>
          </a:prstGeom>
        </p:spPr>
        <p:txBody>
          <a:bodyPr/>
          <a:lstStyle/>
          <a:p>
            <a:r>
              <a:rPr lang="en-US"/>
              <a:t>TU3C-2</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7"/>
          <p:cNvSpPr>
            <a:spLocks noGrp="1"/>
          </p:cNvSpPr>
          <p:nvPr>
            <p:ph type="ftr" sz="quarter" idx="3"/>
          </p:nvPr>
        </p:nvSpPr>
        <p:spPr>
          <a:xfrm>
            <a:off x="4165600" y="6356351"/>
            <a:ext cx="3860800" cy="365125"/>
          </a:xfrm>
          <a:prstGeom prst="rect">
            <a:avLst/>
          </a:prstGeom>
        </p:spPr>
        <p:txBody>
          <a:bodyPr/>
          <a:lstStyle>
            <a:lvl1pPr algn="ctr">
              <a:defRPr/>
            </a:lvl1pPr>
          </a:lstStyle>
          <a:p>
            <a:r>
              <a:rPr lang="en-US"/>
              <a:t>TU3C-2</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1"/>
            <a:ext cx="2844800" cy="365125"/>
          </a:xfrm>
          <a:prstGeom prst="rect">
            <a:avLst/>
          </a:prstGeom>
        </p:spPr>
        <p:txBody>
          <a:bodyPr/>
          <a:lstStyle/>
          <a:p>
            <a:endParaRPr lang="en-US"/>
          </a:p>
        </p:txBody>
      </p:sp>
      <p:sp>
        <p:nvSpPr>
          <p:cNvPr id="3" name="Footer Placeholder 2"/>
          <p:cNvSpPr>
            <a:spLocks noGrp="1"/>
          </p:cNvSpPr>
          <p:nvPr>
            <p:ph type="ftr" sz="quarter" idx="11"/>
          </p:nvPr>
        </p:nvSpPr>
        <p:spPr>
          <a:xfrm>
            <a:off x="4165600" y="6356351"/>
            <a:ext cx="3860800" cy="365125"/>
          </a:xfrm>
          <a:prstGeom prst="rect">
            <a:avLst/>
          </a:prstGeom>
        </p:spPr>
        <p:txBody>
          <a:bodyPr/>
          <a:lstStyle>
            <a:lvl1pPr algn="ctr">
              <a:defRPr/>
            </a:lvl1pPr>
          </a:lstStyle>
          <a:p>
            <a:r>
              <a:rPr lang="en-US"/>
              <a:t>TU3C-2</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7"/>
          <p:cNvSpPr>
            <a:spLocks noGrp="1"/>
          </p:cNvSpPr>
          <p:nvPr>
            <p:ph type="ftr" sz="quarter" idx="3"/>
          </p:nvPr>
        </p:nvSpPr>
        <p:spPr>
          <a:xfrm>
            <a:off x="4165600" y="6356351"/>
            <a:ext cx="3860800" cy="365125"/>
          </a:xfrm>
          <a:prstGeom prst="rect">
            <a:avLst/>
          </a:prstGeom>
        </p:spPr>
        <p:txBody>
          <a:bodyPr/>
          <a:lstStyle>
            <a:lvl1pPr algn="ctr">
              <a:defRPr/>
            </a:lvl1pPr>
          </a:lstStyle>
          <a:p>
            <a:r>
              <a:rPr lang="en-US"/>
              <a:t>TU3C-2</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7"/>
          <p:cNvSpPr>
            <a:spLocks noGrp="1"/>
          </p:cNvSpPr>
          <p:nvPr>
            <p:ph type="ftr" sz="quarter" idx="3"/>
          </p:nvPr>
        </p:nvSpPr>
        <p:spPr>
          <a:xfrm>
            <a:off x="4165600" y="6356351"/>
            <a:ext cx="3860800" cy="365125"/>
          </a:xfrm>
          <a:prstGeom prst="rect">
            <a:avLst/>
          </a:prstGeom>
        </p:spPr>
        <p:txBody>
          <a:bodyPr/>
          <a:lstStyle>
            <a:lvl1pPr algn="ctr">
              <a:defRPr/>
            </a:lvl1pPr>
          </a:lstStyle>
          <a:p>
            <a:r>
              <a:rPr lang="en-US"/>
              <a:t>TU3C-2</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7"/>
          <p:cNvSpPr>
            <a:spLocks noGrp="1"/>
          </p:cNvSpPr>
          <p:nvPr>
            <p:ph type="ftr" sz="quarter" idx="3"/>
          </p:nvPr>
        </p:nvSpPr>
        <p:spPr>
          <a:xfrm>
            <a:off x="4165600" y="6356351"/>
            <a:ext cx="3860800" cy="365125"/>
          </a:xfrm>
          <a:prstGeom prst="rect">
            <a:avLst/>
          </a:prstGeom>
        </p:spPr>
        <p:txBody>
          <a:bodyPr/>
          <a:lstStyle>
            <a:lvl1pPr algn="ctr">
              <a:defRPr/>
            </a:lvl1pPr>
          </a:lstStyle>
          <a:p>
            <a:r>
              <a:rPr lang="en-US"/>
              <a:t>TU3C-2</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7"/>
          <p:cNvSpPr>
            <a:spLocks noGrp="1"/>
          </p:cNvSpPr>
          <p:nvPr>
            <p:ph type="ftr" sz="quarter" idx="3"/>
          </p:nvPr>
        </p:nvSpPr>
        <p:spPr>
          <a:xfrm>
            <a:off x="4165600" y="6356351"/>
            <a:ext cx="3860800" cy="365125"/>
          </a:xfrm>
          <a:prstGeom prst="rect">
            <a:avLst/>
          </a:prstGeom>
        </p:spPr>
        <p:txBody>
          <a:bodyPr/>
          <a:lstStyle>
            <a:lvl1pPr algn="ctr">
              <a:defRPr/>
            </a:lvl1pPr>
          </a:lstStyle>
          <a:p>
            <a:r>
              <a:rPr lang="en-US"/>
              <a:t>TU3C-2</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进阶设计）">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1.png"/><Relationship Id="rId18" Type="http://schemas.openxmlformats.org/officeDocument/2006/relationships/image" Target="../media/image5.jpe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17" Type="http://schemas.openxmlformats.org/officeDocument/2006/relationships/image" Target="../media/image4.png"/><Relationship Id="rId2" Type="http://schemas.openxmlformats.org/officeDocument/2006/relationships/slideLayout" Target="../slideLayouts/slideLayout3.xml"/><Relationship Id="rId16"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image" Target="../media/image2.png"/><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microsoft.com/office/2007/relationships/hdphoto" Target="../media/hdphoto1.wdp"/></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0" name="Group 19"/>
          <p:cNvGrpSpPr/>
          <p:nvPr userDrawn="1"/>
        </p:nvGrpSpPr>
        <p:grpSpPr>
          <a:xfrm>
            <a:off x="0" y="0"/>
            <a:ext cx="12192000" cy="6858000"/>
            <a:chOff x="0" y="0"/>
            <a:chExt cx="9144000" cy="6858000"/>
          </a:xfrm>
        </p:grpSpPr>
        <p:pic>
          <p:nvPicPr>
            <p:cNvPr id="7" name="Picture 6" descr="location inner.jpg"/>
            <p:cNvPicPr>
              <a:picLocks noChangeAspect="1"/>
            </p:cNvPicPr>
            <p:nvPr userDrawn="1"/>
          </p:nvPicPr>
          <p:blipFill>
            <a:blip r:embed="rId13">
              <a:extLst>
                <a:ext uri="{BEBA8EAE-BF5A-486C-A8C5-ECC9F3942E4B}">
                  <a14:imgProps xmlns:a14="http://schemas.microsoft.com/office/drawing/2010/main">
                    <a14:imgLayer r:embed="rId14">
                      <a14:imgEffect>
                        <a14:backgroundRemoval t="400" b="90000" l="1900" r="99300">
                          <a14:foregroundMark x1="99333" y1="622" x2="99333" y2="622"/>
                          <a14:foregroundMark x1="5100" y1="756" x2="5100" y2="756"/>
                          <a14:foregroundMark x1="1933" y1="3200" x2="1933" y2="3200"/>
                          <a14:foregroundMark x1="10300" y1="5511" x2="10300" y2="5511"/>
                          <a14:foregroundMark x1="22200" y1="400" x2="22200" y2="400"/>
                          <a14:foregroundMark x1="22200" y1="1022" x2="22200" y2="1022"/>
                        </a14:backgroundRemoval>
                      </a14:imgEffect>
                    </a14:imgLayer>
                  </a14:imgProps>
                </a:ext>
              </a:extLst>
            </a:blip>
            <a:stretch>
              <a:fillRect/>
            </a:stretch>
          </p:blipFill>
          <p:spPr>
            <a:xfrm>
              <a:off x="0" y="0"/>
              <a:ext cx="9144000" cy="6858000"/>
            </a:xfrm>
            <a:prstGeom prst="rect">
              <a:avLst/>
            </a:prstGeom>
          </p:spPr>
        </p:pic>
        <p:pic>
          <p:nvPicPr>
            <p:cNvPr id="14" name="Picture 13" descr="location inner.jpg"/>
            <p:cNvPicPr>
              <a:picLocks noChangeAspect="1"/>
            </p:cNvPicPr>
            <p:nvPr userDrawn="1"/>
          </p:nvPicPr>
          <p:blipFill rotWithShape="1">
            <a:blip r:embed="rId13">
              <a:extLst>
                <a:ext uri="{BEBA8EAE-BF5A-486C-A8C5-ECC9F3942E4B}">
                  <a14:imgProps xmlns:a14="http://schemas.microsoft.com/office/drawing/2010/main">
                    <a14:imgLayer r:embed="rId14">
                      <a14:imgEffect>
                        <a14:backgroundRemoval t="400" b="90000" l="1900" r="99300">
                          <a14:foregroundMark x1="99333" y1="622" x2="99333" y2="622"/>
                          <a14:foregroundMark x1="5100" y1="756" x2="5100" y2="756"/>
                          <a14:foregroundMark x1="1933" y1="3200" x2="1933" y2="3200"/>
                          <a14:foregroundMark x1="10300" y1="5511" x2="10300" y2="5511"/>
                          <a14:foregroundMark x1="22200" y1="400" x2="22200" y2="400"/>
                          <a14:foregroundMark x1="22200" y1="1022" x2="22200" y2="1022"/>
                        </a14:backgroundRemoval>
                      </a14:imgEffect>
                    </a14:imgLayer>
                  </a14:imgProps>
                </a:ext>
              </a:extLst>
            </a:blip>
            <a:srcRect r="63439" b="92264"/>
            <a:stretch>
              <a:fillRect/>
            </a:stretch>
          </p:blipFill>
          <p:spPr>
            <a:xfrm>
              <a:off x="5800846" y="415"/>
              <a:ext cx="3343154" cy="530503"/>
            </a:xfrm>
            <a:prstGeom prst="rect">
              <a:avLst/>
            </a:prstGeom>
          </p:spPr>
        </p:pic>
      </p:grpSp>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 y="-10304"/>
            <a:ext cx="1814284" cy="457200"/>
          </a:xfrm>
          <a:prstGeom prst="rect">
            <a:avLst/>
          </a:prstGeom>
        </p:spPr>
      </p:pic>
      <p:pic>
        <p:nvPicPr>
          <p:cNvPr id="6" name="Picture 5"/>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1695751" y="103996"/>
            <a:ext cx="529047" cy="274320"/>
          </a:xfrm>
          <a:prstGeom prst="rect">
            <a:avLst/>
          </a:prstGeom>
        </p:spPr>
      </p:pic>
      <p:sp>
        <p:nvSpPr>
          <p:cNvPr id="19" name="TextBox 18"/>
          <p:cNvSpPr txBox="1"/>
          <p:nvPr userDrawn="1"/>
        </p:nvSpPr>
        <p:spPr>
          <a:xfrm>
            <a:off x="11561851" y="6401356"/>
            <a:ext cx="396262" cy="307777"/>
          </a:xfrm>
          <a:prstGeom prst="rect">
            <a:avLst/>
          </a:prstGeom>
          <a:noFill/>
        </p:spPr>
        <p:txBody>
          <a:bodyPr wrap="none" rtlCol="0">
            <a:spAutoFit/>
          </a:bodyPr>
          <a:lstStyle/>
          <a:p>
            <a:fld id="{3CB99FC1-9AB2-4FF8-B6FF-6354316A80D6}" type="slidenum">
              <a:rPr lang="en-US" sz="1400" smtClean="0">
                <a:solidFill>
                  <a:schemeClr val="tx1"/>
                </a:solidFill>
              </a:rPr>
              <a:t>‹#›</a:t>
            </a:fld>
            <a:endParaRPr lang="en-US" sz="1400" dirty="0">
              <a:solidFill>
                <a:schemeClr val="tx1"/>
              </a:solidFill>
            </a:endParaRPr>
          </a:p>
        </p:txBody>
      </p:sp>
      <p:sp>
        <p:nvSpPr>
          <p:cNvPr id="21" name="Footer Placeholder 7"/>
          <p:cNvSpPr>
            <a:spLocks noGrp="1"/>
          </p:cNvSpPr>
          <p:nvPr>
            <p:ph type="ftr" sz="quarter" idx="3"/>
          </p:nvPr>
        </p:nvSpPr>
        <p:spPr>
          <a:xfrm>
            <a:off x="4165600" y="6356351"/>
            <a:ext cx="3860800" cy="365125"/>
          </a:xfrm>
          <a:prstGeom prst="rect">
            <a:avLst/>
          </a:prstGeom>
        </p:spPr>
        <p:txBody>
          <a:bodyPr/>
          <a:lstStyle>
            <a:lvl1pPr algn="ctr">
              <a:defRPr/>
            </a:lvl1pPr>
          </a:lstStyle>
          <a:p>
            <a:r>
              <a:rPr lang="en-US"/>
              <a:t>TU3C-2</a:t>
            </a:r>
          </a:p>
        </p:txBody>
      </p:sp>
      <p:pic>
        <p:nvPicPr>
          <p:cNvPr id="11" name="Picture 2"/>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11347531" y="1"/>
            <a:ext cx="844468"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Box 12"/>
          <p:cNvSpPr txBox="1"/>
          <p:nvPr userDrawn="1"/>
        </p:nvSpPr>
        <p:spPr>
          <a:xfrm>
            <a:off x="9662491" y="-4464"/>
            <a:ext cx="665567" cy="461665"/>
          </a:xfrm>
          <a:prstGeom prst="rect">
            <a:avLst/>
          </a:prstGeom>
          <a:noFill/>
        </p:spPr>
        <p:txBody>
          <a:bodyPr wrap="none" rtlCol="0">
            <a:spAutoFit/>
          </a:bodyPr>
          <a:lstStyle/>
          <a:p>
            <a:r>
              <a:rPr lang="en-US" sz="2400" dirty="0">
                <a:solidFill>
                  <a:schemeClr val="bg1"/>
                </a:solidFill>
                <a:latin typeface="+mj-lt"/>
              </a:rPr>
              <a:t>IMS</a:t>
            </a:r>
          </a:p>
        </p:txBody>
      </p:sp>
      <p:pic>
        <p:nvPicPr>
          <p:cNvPr id="15" name="Picture 14" descr="location inner.jpg"/>
          <p:cNvPicPr>
            <a:picLocks noChangeAspect="1"/>
          </p:cNvPicPr>
          <p:nvPr userDrawn="1"/>
        </p:nvPicPr>
        <p:blipFill rotWithShape="1">
          <a:blip r:embed="rId18"/>
          <a:srcRect l="75099" t="89739" r="1372" b="2026"/>
          <a:stretch>
            <a:fillRect/>
          </a:stretch>
        </p:blipFill>
        <p:spPr>
          <a:xfrm>
            <a:off x="159681" y="6477000"/>
            <a:ext cx="1872604" cy="368669"/>
          </a:xfrm>
          <a:prstGeom prst="rect">
            <a:avLst/>
          </a:prstGeom>
        </p:spPr>
      </p:pic>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 Id="rId5" Type="http://schemas.openxmlformats.org/officeDocument/2006/relationships/image" Target="../media/image15.png"/><Relationship Id="rId4" Type="http://schemas.openxmlformats.org/officeDocument/2006/relationships/image" Target="../media/image14.sv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8.GIF"/><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4.sv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0.png"/><Relationship Id="rId7" Type="http://schemas.openxmlformats.org/officeDocument/2006/relationships/image" Target="../media/image23.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1.svg"/><Relationship Id="rId9" Type="http://schemas.openxmlformats.org/officeDocument/2006/relationships/image" Target="../media/image25.GIF"/></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11.sv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14.sv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14.sv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11.svg"/></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32.sv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11.sv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形 1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536" y="4697875"/>
            <a:ext cx="12214536" cy="2171700"/>
          </a:xfrm>
          <a:prstGeom prst="rect">
            <a:avLst/>
          </a:prstGeom>
        </p:spPr>
      </p:pic>
      <p:pic>
        <p:nvPicPr>
          <p:cNvPr id="3" name="图形 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7832383" y="3561613"/>
            <a:ext cx="3946033" cy="3195348"/>
          </a:xfrm>
          <a:prstGeom prst="rect">
            <a:avLst/>
          </a:prstGeom>
        </p:spPr>
      </p:pic>
      <p:sp>
        <p:nvSpPr>
          <p:cNvPr id="6" name="文本框 5"/>
          <p:cNvSpPr txBox="1"/>
          <p:nvPr/>
        </p:nvSpPr>
        <p:spPr>
          <a:xfrm>
            <a:off x="1015210" y="1034525"/>
            <a:ext cx="10139045" cy="19380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i="0" u="none" strike="noStrike" kern="1200" cap="none" spc="300" normalizeH="0" baseline="0" noProof="0" dirty="0">
                <a:ln>
                  <a:noFill/>
                </a:ln>
                <a:effectLst/>
                <a:uLnTx/>
                <a:uFillTx/>
                <a:latin typeface="Times New Roman" panose="02020603050405020304" charset="0"/>
                <a:ea typeface="思源黑体 CN Light" panose="020B0300000000000000" pitchFamily="34" charset="-122"/>
                <a:cs typeface="Times New Roman" panose="02020603050405020304" charset="0"/>
              </a:rPr>
              <a:t>Project Progress</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i="0" u="none" strike="noStrike" kern="1200" cap="none" spc="300" normalizeH="0" baseline="0" noProof="0" dirty="0">
                <a:ln>
                  <a:noFill/>
                </a:ln>
                <a:solidFill>
                  <a:srgbClr val="2BB7B3"/>
                </a:solidFill>
                <a:effectLst/>
                <a:uLnTx/>
                <a:uFillTx/>
                <a:latin typeface="Times New Roman" panose="02020603050405020304" charset="0"/>
                <a:ea typeface="思源黑体 CN Light" panose="020B0300000000000000" pitchFamily="34" charset="-122"/>
                <a:cs typeface="Times New Roman" panose="02020603050405020304" charset="0"/>
              </a:rPr>
              <a:t>Evolutionary Neural Architecture Search </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i="0" u="none" strike="noStrike" kern="1200" cap="none" spc="300" normalizeH="0" baseline="0" noProof="0" dirty="0">
                <a:ln>
                  <a:noFill/>
                </a:ln>
                <a:solidFill>
                  <a:srgbClr val="2BB7B3"/>
                </a:solidFill>
                <a:effectLst/>
                <a:uLnTx/>
                <a:uFillTx/>
                <a:latin typeface="Times New Roman" panose="02020603050405020304" charset="0"/>
                <a:ea typeface="思源黑体 CN Light" panose="020B0300000000000000" pitchFamily="34" charset="-122"/>
                <a:cs typeface="Times New Roman" panose="02020603050405020304" charset="0"/>
              </a:rPr>
              <a:t>Based on NAS-Bench-101</a:t>
            </a:r>
          </a:p>
        </p:txBody>
      </p:sp>
      <p:sp>
        <p:nvSpPr>
          <p:cNvPr id="2" name="矩形 1"/>
          <p:cNvSpPr/>
          <p:nvPr/>
        </p:nvSpPr>
        <p:spPr>
          <a:xfrm flipV="1">
            <a:off x="2155309" y="3089376"/>
            <a:ext cx="7611924" cy="98775"/>
          </a:xfrm>
          <a:prstGeom prst="rect">
            <a:avLst/>
          </a:prstGeom>
          <a:solidFill>
            <a:srgbClr val="003F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pic>
        <p:nvPicPr>
          <p:cNvPr id="4" name="图形 3"/>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19467" y="5746995"/>
            <a:ext cx="3057110" cy="561730"/>
          </a:xfrm>
          <a:prstGeom prst="rect">
            <a:avLst/>
          </a:prstGeom>
        </p:spPr>
      </p:pic>
      <p:sp>
        <p:nvSpPr>
          <p:cNvPr id="5" name="文本框 4"/>
          <p:cNvSpPr txBox="1"/>
          <p:nvPr/>
        </p:nvSpPr>
        <p:spPr>
          <a:xfrm>
            <a:off x="3751091" y="3310784"/>
            <a:ext cx="4030737" cy="255333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rPr>
              <a:t>Group Members</a:t>
            </a:r>
            <a:r>
              <a:rPr kumimoji="0" lang="zh-CN" altLang="en-US" sz="2000" b="0" i="0" u="none" strike="noStrike" kern="1200" cap="none" spc="300" normalizeH="0" baseline="0" noProof="0" dirty="0">
                <a:ln>
                  <a:noFill/>
                </a:ln>
                <a:solidFill>
                  <a:schemeClr val="bg2">
                    <a:lumMod val="10000"/>
                  </a:schemeClr>
                </a:solidFill>
                <a:effectLst/>
                <a:uLnTx/>
                <a:uFillTx/>
                <a:latin typeface="Times New Roman" panose="02020603050405020304" charset="0"/>
                <a:ea typeface="思源黑体 CN Light" panose="020B0300000000000000" pitchFamily="34" charset="-122"/>
                <a:cs typeface="Times New Roman" panose="02020603050405020304" charset="0"/>
              </a:rPr>
              <a:t>：</a:t>
            </a:r>
            <a:endParaRPr kumimoji="0" lang="en-US" altLang="zh-CN" sz="2000" b="0" i="0" u="none" strike="noStrike" kern="1200" cap="none" spc="300" normalizeH="0" baseline="0" noProof="0" dirty="0">
              <a:ln>
                <a:noFill/>
              </a:ln>
              <a:solidFill>
                <a:schemeClr val="bg2">
                  <a:lumMod val="10000"/>
                </a:schemeClr>
              </a:solidFill>
              <a:effectLst/>
              <a:uLnTx/>
              <a:uFillTx/>
              <a:latin typeface="Times New Roman" panose="02020603050405020304" charset="0"/>
              <a:ea typeface="思源黑体 CN Light" panose="020B0300000000000000" pitchFamily="34" charset="-122"/>
              <a:cs typeface="Times New Roman" panose="02020603050405020304" charset="0"/>
            </a:endParaRPr>
          </a:p>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300" normalizeH="0" baseline="0" noProof="0" dirty="0">
                <a:ln>
                  <a:noFill/>
                </a:ln>
                <a:solidFill>
                  <a:schemeClr val="bg2">
                    <a:lumMod val="10000"/>
                  </a:schemeClr>
                </a:solidFill>
                <a:effectLst/>
                <a:uLnTx/>
                <a:uFillTx/>
                <a:latin typeface="Times New Roman" panose="02020603050405020304" charset="0"/>
                <a:ea typeface="思源黑体 CN Light" panose="020B0300000000000000" pitchFamily="34" charset="-122"/>
                <a:cs typeface="Times New Roman" panose="02020603050405020304" charset="0"/>
              </a:rPr>
              <a:t>  </a:t>
            </a:r>
            <a:endParaRPr kumimoji="0" lang="en-US" altLang="zh-CN" sz="2000" b="0" i="0" u="none" strike="noStrike" kern="1200" cap="none" spc="300" normalizeH="0" baseline="0" noProof="0" dirty="0">
              <a:ln>
                <a:noFill/>
              </a:ln>
              <a:solidFill>
                <a:schemeClr val="bg2">
                  <a:lumMod val="10000"/>
                </a:schemeClr>
              </a:solidFill>
              <a:effectLst/>
              <a:uLnTx/>
              <a:uFillTx/>
              <a:latin typeface="Times New Roman" panose="02020603050405020304" charset="0"/>
              <a:ea typeface="思源黑体 CN Light" panose="020B0300000000000000" pitchFamily="34" charset="-122"/>
              <a:cs typeface="Times New Roman" panose="0202060305040502030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300" normalizeH="0" baseline="0" noProof="0" dirty="0">
                <a:ln>
                  <a:noFill/>
                </a:ln>
                <a:solidFill>
                  <a:schemeClr val="bg2">
                    <a:lumMod val="10000"/>
                  </a:schemeClr>
                </a:solidFill>
                <a:effectLst/>
                <a:uLnTx/>
                <a:uFillTx/>
                <a:latin typeface="Times New Roman" panose="02020603050405020304" charset="0"/>
                <a:ea typeface="思源黑体 CN Light" panose="020B0300000000000000" pitchFamily="34" charset="-122"/>
                <a:cs typeface="Times New Roman" panose="02020603050405020304" charset="0"/>
              </a:rPr>
              <a:t>陈哲葳   </a:t>
            </a:r>
            <a:r>
              <a:rPr kumimoji="0" lang="en-US" altLang="zh-CN" sz="2000" b="0" i="0" u="none" strike="noStrike" kern="1200" cap="none" spc="300" normalizeH="0" baseline="0" noProof="0" dirty="0">
                <a:ln>
                  <a:noFill/>
                </a:ln>
                <a:solidFill>
                  <a:schemeClr val="bg2">
                    <a:lumMod val="10000"/>
                  </a:schemeClr>
                </a:solidFill>
                <a:effectLst/>
                <a:uLnTx/>
                <a:uFillTx/>
                <a:latin typeface="Times New Roman" panose="02020603050405020304" charset="0"/>
                <a:ea typeface="思源黑体 CN Light" panose="020B0300000000000000" pitchFamily="34" charset="-122"/>
                <a:cs typeface="Times New Roman" panose="02020603050405020304" charset="0"/>
              </a:rPr>
              <a:t>12</a:t>
            </a:r>
            <a:r>
              <a:rPr lang="en-US" altLang="zh-CN"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rPr>
              <a:t>540020</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300" normalizeH="0" baseline="0" noProof="0" dirty="0">
                <a:ln>
                  <a:noFill/>
                </a:ln>
                <a:solidFill>
                  <a:schemeClr val="bg2">
                    <a:lumMod val="10000"/>
                  </a:schemeClr>
                </a:solidFill>
                <a:effectLst/>
                <a:uLnTx/>
                <a:uFillTx/>
                <a:latin typeface="Times New Roman" panose="02020603050405020304" charset="0"/>
                <a:ea typeface="思源黑体 CN Light" panose="020B0300000000000000" pitchFamily="34" charset="-122"/>
                <a:cs typeface="Times New Roman" panose="02020603050405020304" charset="0"/>
              </a:rPr>
              <a:t>陈奕冲   </a:t>
            </a:r>
            <a:r>
              <a:rPr kumimoji="0" lang="en-US" altLang="zh-CN" sz="2000" b="0" i="0" u="none" strike="noStrike" kern="1200" cap="none" spc="300" normalizeH="0" baseline="0" noProof="0" dirty="0">
                <a:ln>
                  <a:noFill/>
                </a:ln>
                <a:solidFill>
                  <a:schemeClr val="bg2">
                    <a:lumMod val="10000"/>
                  </a:schemeClr>
                </a:solidFill>
                <a:effectLst/>
                <a:uLnTx/>
                <a:uFillTx/>
                <a:latin typeface="Times New Roman" panose="02020603050405020304" charset="0"/>
                <a:ea typeface="思源黑体 CN Light" panose="020B0300000000000000" pitchFamily="34" charset="-122"/>
                <a:cs typeface="Times New Roman" panose="02020603050405020304" charset="0"/>
              </a:rPr>
              <a:t>12532567</a:t>
            </a: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rPr>
              <a:t>张阳     </a:t>
            </a:r>
            <a:r>
              <a:rPr lang="en-US" altLang="zh-CN"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rPr>
              <a:t> 12532611</a:t>
            </a:r>
            <a:endParaRPr kumimoji="0" lang="en-US" altLang="zh-CN" sz="2000" b="0" i="0" u="none" strike="noStrike" kern="1200" cap="none" spc="300" normalizeH="0" baseline="0" noProof="0" dirty="0">
              <a:ln>
                <a:noFill/>
              </a:ln>
              <a:solidFill>
                <a:schemeClr val="bg2">
                  <a:lumMod val="10000"/>
                </a:schemeClr>
              </a:solidFill>
              <a:effectLst/>
              <a:uLnTx/>
              <a:uFillTx/>
              <a:latin typeface="Times New Roman" panose="02020603050405020304" charset="0"/>
              <a:ea typeface="思源黑体 CN Light" panose="020B0300000000000000" pitchFamily="34" charset="-122"/>
              <a:cs typeface="Times New Roman" panose="02020603050405020304" charset="0"/>
            </a:endParaRPr>
          </a:p>
          <a:p>
            <a:pPr marL="0" marR="0" lvl="0" indent="0" defTabSz="914400" rtl="0" eaLnBrk="1" fontAlgn="auto" latinLnBrk="0" hangingPunct="1">
              <a:lnSpc>
                <a:spcPct val="100000"/>
              </a:lnSpc>
              <a:spcBef>
                <a:spcPts val="0"/>
              </a:spcBef>
              <a:spcAft>
                <a:spcPts val="0"/>
              </a:spcAft>
              <a:buClrTx/>
              <a:buSzTx/>
              <a:buFontTx/>
              <a:buNone/>
              <a:defRPr/>
            </a:pPr>
            <a:r>
              <a:rPr lang="zh-CN" altLang="en-US"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rPr>
              <a:t>    </a:t>
            </a:r>
            <a:endParaRPr lang="en-US" altLang="zh-CN"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rPr>
              <a:t>2025</a:t>
            </a:r>
            <a:r>
              <a:rPr lang="zh-CN" altLang="en-US"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rPr>
              <a:t>年</a:t>
            </a:r>
            <a:r>
              <a:rPr lang="en-US" altLang="zh-CN"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rPr>
              <a:t>12</a:t>
            </a:r>
            <a:r>
              <a:rPr lang="zh-CN" altLang="en-US"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rPr>
              <a:t>月</a:t>
            </a:r>
            <a:r>
              <a:rPr lang="en-US" altLang="zh-CN"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rPr>
              <a:t>8</a:t>
            </a:r>
            <a:r>
              <a:rPr lang="zh-CN" altLang="en-US"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rPr>
              <a:t>日</a:t>
            </a:r>
            <a:endParaRPr lang="en-US" altLang="zh-CN"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endParaRPr>
          </a:p>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300" normalizeH="0" baseline="0" noProof="0" dirty="0">
              <a:ln>
                <a:noFill/>
              </a:ln>
              <a:solidFill>
                <a:schemeClr val="bg2">
                  <a:lumMod val="10000"/>
                </a:schemeClr>
              </a:solidFill>
              <a:effectLst/>
              <a:uLnTx/>
              <a:uFillTx/>
              <a:latin typeface="Times New Roman" panose="02020603050405020304" charset="0"/>
              <a:ea typeface="思源黑体 CN Bold" panose="020B0800000000000000" pitchFamily="34" charset="-122"/>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b="30952"/>
          <a:stretch>
            <a:fillRect/>
          </a:stretch>
        </p:blipFill>
        <p:spPr>
          <a:xfrm>
            <a:off x="684872" y="5309554"/>
            <a:ext cx="10548455" cy="1598339"/>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8952" y="469432"/>
            <a:ext cx="3057110" cy="561730"/>
          </a:xfrm>
          <a:prstGeom prst="rect">
            <a:avLst/>
          </a:prstGeom>
        </p:spPr>
      </p:pic>
      <p:sp>
        <p:nvSpPr>
          <p:cNvPr id="9" name="文本框 8"/>
          <p:cNvSpPr txBox="1"/>
          <p:nvPr/>
        </p:nvSpPr>
        <p:spPr>
          <a:xfrm>
            <a:off x="515938" y="560070"/>
            <a:ext cx="3063467"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spc="300" dirty="0">
                <a:solidFill>
                  <a:srgbClr val="003F43"/>
                </a:solidFill>
                <a:latin typeface="Times New Roman" panose="02020603050405020304" charset="0"/>
                <a:ea typeface="思源黑体 CN Bold" panose="020B0800000000000000" pitchFamily="34" charset="-122"/>
                <a:cs typeface="Times New Roman" panose="02020603050405020304" charset="0"/>
              </a:rPr>
              <a:t>Topic review</a:t>
            </a:r>
            <a:endParaRPr kumimoji="0" lang="zh-CN" altLang="en-US" sz="3600" b="0" i="0" u="none" strike="noStrike" kern="1200" cap="none" spc="300" normalizeH="0" baseline="0" noProof="0" dirty="0">
              <a:ln>
                <a:noFill/>
              </a:ln>
              <a:solidFill>
                <a:srgbClr val="003F43"/>
              </a:solidFill>
              <a:effectLst/>
              <a:uLnTx/>
              <a:uFillTx/>
              <a:latin typeface="Times New Roman" panose="02020603050405020304" charset="0"/>
              <a:ea typeface="思源黑体 CN Bold" panose="020B0800000000000000" pitchFamily="34" charset="-122"/>
              <a:cs typeface="Times New Roman" panose="02020603050405020304" charset="0"/>
            </a:endParaRPr>
          </a:p>
        </p:txBody>
      </p:sp>
      <p:sp>
        <p:nvSpPr>
          <p:cNvPr id="6" name="文本框 5"/>
          <p:cNvSpPr txBox="1"/>
          <p:nvPr/>
        </p:nvSpPr>
        <p:spPr>
          <a:xfrm>
            <a:off x="1034415" y="1620520"/>
            <a:ext cx="8789670" cy="4519295"/>
          </a:xfrm>
          <a:prstGeom prst="rect">
            <a:avLst/>
          </a:prstGeom>
          <a:noFill/>
        </p:spPr>
        <p:txBody>
          <a:bodyPr wrap="square" rtlCol="0">
            <a:noAutofit/>
          </a:bodyPr>
          <a:lstStyle/>
          <a:p>
            <a:pPr marL="800100" lvl="1" indent="-342900">
              <a:buFont typeface="Arial" panose="020B0604020202020204" pitchFamily="34" charset="0"/>
              <a:buChar char="•"/>
            </a:pPr>
            <a:r>
              <a:rPr lang="en-US" altLang="zh-CN" sz="2400" b="1" dirty="0">
                <a:solidFill>
                  <a:schemeClr val="bg2">
                    <a:lumMod val="10000"/>
                  </a:schemeClr>
                </a:solidFill>
                <a:latin typeface="Times New Roman" panose="02020603050405020304" charset="0"/>
                <a:ea typeface="微软雅黑" panose="020B0503020204020204" pitchFamily="34" charset="-122"/>
                <a:cs typeface="Times New Roman" panose="02020603050405020304" charset="0"/>
              </a:rPr>
              <a:t>Main Goal</a:t>
            </a:r>
            <a:r>
              <a:rPr lang="zh-CN" altLang="en-US" sz="2400" b="1" dirty="0">
                <a:solidFill>
                  <a:schemeClr val="bg2">
                    <a:lumMod val="10000"/>
                  </a:schemeClr>
                </a:solidFill>
                <a:latin typeface="Times New Roman" panose="02020603050405020304" charset="0"/>
                <a:ea typeface="微软雅黑" panose="020B0503020204020204" pitchFamily="34" charset="-122"/>
                <a:cs typeface="Times New Roman" panose="02020603050405020304" charset="0"/>
              </a:rPr>
              <a:t>：</a:t>
            </a:r>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 Apply evolutionary algorithms to search the NAS-Bench-101 cell space. </a:t>
            </a:r>
          </a:p>
          <a:p>
            <a:pPr marL="800100" lvl="1" indent="-342900">
              <a:buFont typeface="Arial" panose="020B0604020202020204" pitchFamily="34" charset="0"/>
              <a:buChar char="•"/>
            </a:pPr>
            <a:r>
              <a:rPr lang="en-US" altLang="zh-CN" sz="2400" b="1" dirty="0">
                <a:solidFill>
                  <a:schemeClr val="bg2">
                    <a:lumMod val="10000"/>
                  </a:schemeClr>
                </a:solidFill>
                <a:latin typeface="Times New Roman" panose="02020603050405020304" charset="0"/>
                <a:ea typeface="微软雅黑" panose="020B0503020204020204" pitchFamily="34" charset="-122"/>
                <a:cs typeface="Times New Roman" panose="02020603050405020304" charset="0"/>
              </a:rPr>
              <a:t>Neural Architecture Search (NAS) </a:t>
            </a:r>
            <a:r>
              <a:rPr lang="en-US" altLang="zh-CN" sz="2400" dirty="0">
                <a:solidFill>
                  <a:schemeClr val="bg2">
                    <a:lumMod val="10000"/>
                  </a:schemeClr>
                </a:solidFill>
                <a:latin typeface="Times New Roman" panose="02020603050405020304" charset="0"/>
                <a:ea typeface="微软雅黑" panose="020B0503020204020204" pitchFamily="34" charset="-122"/>
                <a:cs typeface="Times New Roman" panose="02020603050405020304" charset="0"/>
              </a:rPr>
              <a:t>aims to automatically design neural network architectures by exploring a large and discrete search space. </a:t>
            </a:r>
          </a:p>
          <a:p>
            <a:pPr marL="800100" lvl="1" indent="-342900" algn="just">
              <a:buFont typeface="Arial" panose="020B0604020202020204" pitchFamily="34" charset="0"/>
              <a:buChar char="•"/>
            </a:pPr>
            <a:r>
              <a:rPr lang="en-US" altLang="zh-CN" sz="2400" b="1" dirty="0">
                <a:solidFill>
                  <a:schemeClr val="bg2">
                    <a:lumMod val="10000"/>
                  </a:schemeClr>
                </a:solidFill>
                <a:latin typeface="Times New Roman" panose="02020603050405020304" charset="0"/>
                <a:ea typeface="思源黑体 CN Bold" panose="020B0800000000000000"/>
                <a:cs typeface="Times New Roman" panose="02020603050405020304" charset="0"/>
              </a:rPr>
              <a:t>Evolutionary Algorithms (EA) </a:t>
            </a:r>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fit this task well: they do not rely on gradients, handle discrete graph structures naturally, maintain population diversity, and avoid getting trapped in local optima. Prior work also shows that EA performs competitively in irregular combinatorial spaces like NAS-Bench-101.</a:t>
            </a:r>
            <a:endParaRPr lang="zh-CN" altLang="en-US" dirty="0">
              <a:solidFill>
                <a:srgbClr val="06383C"/>
              </a:solidFill>
              <a:latin typeface="Times New Roman" panose="02020603050405020304" charset="0"/>
              <a:ea typeface="思源黑体 CN Bold" panose="020B0800000000000000"/>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b="30952"/>
          <a:stretch>
            <a:fillRect/>
          </a:stretch>
        </p:blipFill>
        <p:spPr>
          <a:xfrm>
            <a:off x="684872" y="5309554"/>
            <a:ext cx="10548455" cy="1598339"/>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8952" y="469432"/>
            <a:ext cx="3057110" cy="561730"/>
          </a:xfrm>
          <a:prstGeom prst="rect">
            <a:avLst/>
          </a:prstGeom>
        </p:spPr>
      </p:pic>
      <p:sp>
        <p:nvSpPr>
          <p:cNvPr id="9" name="文本框 8"/>
          <p:cNvSpPr txBox="1"/>
          <p:nvPr/>
        </p:nvSpPr>
        <p:spPr>
          <a:xfrm>
            <a:off x="515938" y="560070"/>
            <a:ext cx="321735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300" normalizeH="0" baseline="0" noProof="0" dirty="0">
                <a:ln>
                  <a:noFill/>
                </a:ln>
                <a:solidFill>
                  <a:srgbClr val="003F43"/>
                </a:solidFill>
                <a:effectLst/>
                <a:uLnTx/>
                <a:uFillTx/>
                <a:latin typeface="Times New Roman" panose="02020603050405020304" charset="0"/>
                <a:ea typeface="思源黑体 CN Bold" panose="020B0800000000000000" pitchFamily="34" charset="-122"/>
                <a:cs typeface="Times New Roman" panose="02020603050405020304" charset="0"/>
              </a:rPr>
              <a:t>Topic Review</a:t>
            </a:r>
          </a:p>
        </p:txBody>
      </p:sp>
      <p:sp>
        <p:nvSpPr>
          <p:cNvPr id="6" name="文本框 5"/>
          <p:cNvSpPr txBox="1"/>
          <p:nvPr/>
        </p:nvSpPr>
        <p:spPr>
          <a:xfrm>
            <a:off x="1034251" y="1620720"/>
            <a:ext cx="9584914" cy="460375"/>
          </a:xfrm>
          <a:prstGeom prst="rect">
            <a:avLst/>
          </a:prstGeom>
          <a:noFill/>
        </p:spPr>
        <p:txBody>
          <a:bodyPr wrap="square" rtlCol="0">
            <a:spAutoFit/>
          </a:bodyPr>
          <a:lstStyle/>
          <a:p>
            <a:pPr lvl="1"/>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NAS-Bench-101: Towards Reproducible Neural Architecture Search</a:t>
            </a:r>
          </a:p>
        </p:txBody>
      </p:sp>
      <p:pic>
        <p:nvPicPr>
          <p:cNvPr id="3" name="图片 2"/>
          <p:cNvPicPr>
            <a:picLocks noChangeAspect="1"/>
          </p:cNvPicPr>
          <p:nvPr/>
        </p:nvPicPr>
        <p:blipFill>
          <a:blip r:embed="rId5"/>
          <a:stretch>
            <a:fillRect/>
          </a:stretch>
        </p:blipFill>
        <p:spPr>
          <a:xfrm>
            <a:off x="2350135" y="2601595"/>
            <a:ext cx="6953250" cy="3238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b="30952"/>
          <a:stretch>
            <a:fillRect/>
          </a:stretch>
        </p:blipFill>
        <p:spPr>
          <a:xfrm>
            <a:off x="684872" y="5309554"/>
            <a:ext cx="10548455" cy="1598339"/>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8952" y="469432"/>
            <a:ext cx="3057110" cy="561730"/>
          </a:xfrm>
          <a:prstGeom prst="rect">
            <a:avLst/>
          </a:prstGeom>
        </p:spPr>
      </p:pic>
      <p:sp>
        <p:nvSpPr>
          <p:cNvPr id="9" name="文本框 8"/>
          <p:cNvSpPr txBox="1"/>
          <p:nvPr/>
        </p:nvSpPr>
        <p:spPr>
          <a:xfrm>
            <a:off x="515938" y="560070"/>
            <a:ext cx="3065780" cy="6451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spc="300" dirty="0">
                <a:solidFill>
                  <a:srgbClr val="003F43"/>
                </a:solidFill>
                <a:latin typeface="Times New Roman" panose="02020603050405020304" charset="0"/>
                <a:ea typeface="思源黑体 CN Bold" panose="020B0800000000000000" pitchFamily="34" charset="-122"/>
                <a:cs typeface="Times New Roman" panose="02020603050405020304" charset="0"/>
              </a:rPr>
              <a:t>Methodology</a:t>
            </a:r>
            <a:endParaRPr kumimoji="0" lang="zh-CN" altLang="en-US" sz="3600" b="0" i="0" u="none" strike="noStrike" kern="1200" cap="none" spc="300" normalizeH="0" baseline="0" noProof="0" dirty="0">
              <a:ln>
                <a:noFill/>
              </a:ln>
              <a:solidFill>
                <a:srgbClr val="003F43"/>
              </a:solidFill>
              <a:effectLst/>
              <a:uLnTx/>
              <a:uFillTx/>
              <a:latin typeface="Times New Roman" panose="02020603050405020304" charset="0"/>
              <a:ea typeface="思源黑体 CN Bold" panose="020B0800000000000000" pitchFamily="34" charset="-122"/>
              <a:cs typeface="Times New Roman" panose="02020603050405020304" charset="0"/>
            </a:endParaRPr>
          </a:p>
        </p:txBody>
      </p:sp>
      <p:sp>
        <p:nvSpPr>
          <p:cNvPr id="6" name="文本框 5"/>
          <p:cNvSpPr txBox="1"/>
          <p:nvPr/>
        </p:nvSpPr>
        <p:spPr>
          <a:xfrm>
            <a:off x="1034251" y="1620720"/>
            <a:ext cx="5181600" cy="3215005"/>
          </a:xfrm>
          <a:prstGeom prst="rect">
            <a:avLst/>
          </a:prstGeom>
          <a:noFill/>
        </p:spPr>
        <p:txBody>
          <a:bodyPr wrap="square" rtlCol="0">
            <a:spAutoFit/>
          </a:bodyPr>
          <a:lstStyle/>
          <a:p>
            <a:pPr marL="457200" lvl="0" indent="-457200">
              <a:lnSpc>
                <a:spcPct val="150000"/>
              </a:lnSpc>
              <a:spcBef>
                <a:spcPts val="1200"/>
              </a:spcBef>
              <a:buFont typeface="Arial" panose="020B0604020202020204" pitchFamily="34" charset="0"/>
              <a:buChar char="•"/>
              <a:defRPr/>
            </a:pPr>
            <a:r>
              <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rPr>
              <a:t>Representation</a:t>
            </a:r>
            <a:r>
              <a:rPr lang="en-US" altLang="zh-CN" sz="2800" b="1" dirty="0">
                <a:solidFill>
                  <a:schemeClr val="bg2">
                    <a:lumMod val="10000"/>
                  </a:schemeClr>
                </a:solidFill>
                <a:latin typeface="Times New Roman" panose="02020603050405020304" charset="0"/>
                <a:ea typeface="思源黑体 CN Bold" panose="020B0800000000000000"/>
                <a:cs typeface="Times New Roman" panose="02020603050405020304" charset="0"/>
              </a:rPr>
              <a:t>:</a:t>
            </a:r>
          </a:p>
          <a:p>
            <a:pPr lvl="1"/>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  0 → 1×1 Convolution</a:t>
            </a:r>
          </a:p>
          <a:p>
            <a:pPr lvl="1"/>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  1 → 3×3 Convolution</a:t>
            </a:r>
          </a:p>
          <a:p>
            <a:pPr lvl="1"/>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  2 → 3×3 Max Pooling</a:t>
            </a:r>
            <a:endParaRPr lang="en-US" altLang="zh-CN" sz="2400" dirty="0">
              <a:solidFill>
                <a:schemeClr val="bg2">
                  <a:lumMod val="10000"/>
                </a:schemeClr>
              </a:solidFill>
              <a:latin typeface="思源黑体 CN Regular"/>
              <a:ea typeface="思源黑体 CN Bold" panose="020B0800000000000000"/>
              <a:cs typeface="Calibri" panose="020F0502020204030204" pitchFamily="34" charset="0"/>
            </a:endParaRPr>
          </a:p>
          <a:p>
            <a:endParaRPr lang="en-US" altLang="zh-CN" sz="2400" dirty="0">
              <a:solidFill>
                <a:schemeClr val="bg2">
                  <a:lumMod val="10000"/>
                </a:schemeClr>
              </a:solidFill>
              <a:latin typeface="思源黑体 CN Regular"/>
              <a:ea typeface="思源黑体 CN Bold" panose="020B0800000000000000"/>
              <a:cs typeface="Calibri" panose="020F0502020204030204" pitchFamily="34" charset="0"/>
            </a:endParaRPr>
          </a:p>
          <a:p>
            <a:pPr marL="457200" indent="-457200">
              <a:buFont typeface="Arial" panose="020B0604020202020204" pitchFamily="34" charset="0"/>
              <a:buChar char="•"/>
            </a:pPr>
            <a:r>
              <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rPr>
              <a:t>Fitness:</a:t>
            </a:r>
            <a:endParaRPr lang="en-US" altLang="zh-CN" sz="2800" dirty="0">
              <a:solidFill>
                <a:schemeClr val="bg2">
                  <a:lumMod val="10000"/>
                </a:schemeClr>
              </a:solidFill>
              <a:latin typeface="思源黑体 CN Regular"/>
              <a:ea typeface="思源黑体 CN Bold" panose="020B0800000000000000"/>
              <a:cs typeface="Calibri" panose="020F0502020204030204" pitchFamily="34" charset="0"/>
            </a:endParaRPr>
          </a:p>
          <a:p>
            <a:pPr lvl="0">
              <a:lnSpc>
                <a:spcPct val="150000"/>
              </a:lnSpc>
              <a:spcBef>
                <a:spcPts val="1200"/>
              </a:spcBef>
              <a:defRPr/>
            </a:pPr>
            <a:endParaRPr lang="zh-CN" altLang="en-US" dirty="0">
              <a:solidFill>
                <a:srgbClr val="06383C"/>
              </a:solidFill>
              <a:latin typeface="微软雅黑" panose="020B0503020204020204" pitchFamily="34" charset="-122"/>
              <a:ea typeface="思源黑体 CN Bold" panose="020B0800000000000000"/>
              <a:cs typeface="Open Sans" panose="020B0606030504020204" pitchFamily="34" charset="0"/>
            </a:endParaRPr>
          </a:p>
        </p:txBody>
      </p:sp>
      <p:sp>
        <p:nvSpPr>
          <p:cNvPr id="3" name="文本框 2"/>
          <p:cNvSpPr txBox="1"/>
          <p:nvPr/>
        </p:nvSpPr>
        <p:spPr>
          <a:xfrm>
            <a:off x="5883378" y="4456709"/>
            <a:ext cx="2679700" cy="583565"/>
          </a:xfrm>
          <a:prstGeom prst="rect">
            <a:avLst/>
          </a:prstGeom>
          <a:noFill/>
        </p:spPr>
        <p:txBody>
          <a:bodyPr wrap="square">
            <a:noAutofit/>
          </a:bodyPr>
          <a:lstStyle/>
          <a:p>
            <a:pPr algn="ctr"/>
            <a:r>
              <a:rPr lang="en-US" altLang="zh-CN" sz="1600" dirty="0">
                <a:solidFill>
                  <a:srgbClr val="06383C"/>
                </a:solidFill>
                <a:latin typeface="Times New Roman" panose="02020603050405020304" charset="0"/>
                <a:ea typeface="思源黑体 CN Bold" panose="020B0800000000000000"/>
                <a:cs typeface="Times New Roman" panose="02020603050405020304" charset="0"/>
              </a:rPr>
              <a:t>Adjacency Matrix and operation vector</a:t>
            </a:r>
            <a:r>
              <a:rPr lang="en-US" altLang="zh-CN" sz="1600" dirty="0">
                <a:solidFill>
                  <a:srgbClr val="06383C"/>
                </a:solidFill>
                <a:latin typeface="微软雅黑" panose="020B0503020204020204" pitchFamily="34" charset="-122"/>
                <a:ea typeface="思源黑体 CN Bold" panose="020B0800000000000000"/>
                <a:cs typeface="Open Sans" panose="020B0606030504020204" pitchFamily="34" charset="0"/>
              </a:rPr>
              <a:t> </a:t>
            </a:r>
          </a:p>
        </p:txBody>
      </p:sp>
      <p:pic>
        <p:nvPicPr>
          <p:cNvPr id="4" name="图片 3"/>
          <p:cNvPicPr>
            <a:picLocks noChangeAspect="1"/>
          </p:cNvPicPr>
          <p:nvPr/>
        </p:nvPicPr>
        <p:blipFill>
          <a:blip r:embed="rId5"/>
          <a:stretch>
            <a:fillRect/>
          </a:stretch>
        </p:blipFill>
        <p:spPr>
          <a:xfrm>
            <a:off x="5753307" y="1278771"/>
            <a:ext cx="6092310" cy="3156932"/>
          </a:xfrm>
          <a:prstGeom prst="rect">
            <a:avLst/>
          </a:prstGeom>
        </p:spPr>
      </p:pic>
      <p:sp>
        <p:nvSpPr>
          <p:cNvPr id="7" name="文本框 6"/>
          <p:cNvSpPr txBox="1"/>
          <p:nvPr/>
        </p:nvSpPr>
        <p:spPr>
          <a:xfrm>
            <a:off x="9448977" y="4489074"/>
            <a:ext cx="1784350" cy="583565"/>
          </a:xfrm>
          <a:prstGeom prst="rect">
            <a:avLst/>
          </a:prstGeom>
          <a:noFill/>
        </p:spPr>
        <p:txBody>
          <a:bodyPr wrap="square">
            <a:noAutofit/>
          </a:bodyPr>
          <a:lstStyle/>
          <a:p>
            <a:pPr algn="ctr"/>
            <a:r>
              <a:rPr lang="en-US" altLang="zh-CN" sz="1600" dirty="0">
                <a:solidFill>
                  <a:srgbClr val="06383C"/>
                </a:solidFill>
                <a:latin typeface="Times New Roman" panose="02020603050405020304" charset="0"/>
                <a:ea typeface="思源黑体 CN Bold" panose="020B0800000000000000"/>
                <a:cs typeface="Times New Roman" panose="02020603050405020304" charset="0"/>
              </a:rPr>
              <a:t>Cell DAG Visualization</a:t>
            </a:r>
          </a:p>
        </p:txBody>
      </p:sp>
      <p:pic>
        <p:nvPicPr>
          <p:cNvPr id="10" name="图片 9"/>
          <p:cNvPicPr>
            <a:picLocks noChangeAspect="1"/>
          </p:cNvPicPr>
          <p:nvPr/>
        </p:nvPicPr>
        <p:blipFill>
          <a:blip r:embed="rId6"/>
          <a:srcRect r="3009" b="4016"/>
          <a:stretch>
            <a:fillRect/>
          </a:stretch>
        </p:blipFill>
        <p:spPr>
          <a:xfrm>
            <a:off x="1034251" y="4543742"/>
            <a:ext cx="4652645" cy="6064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b="30952"/>
          <a:stretch>
            <a:fillRect/>
          </a:stretch>
        </p:blipFill>
        <p:spPr>
          <a:xfrm>
            <a:off x="684872" y="5309554"/>
            <a:ext cx="10548455" cy="1598339"/>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8952" y="469432"/>
            <a:ext cx="3057110" cy="561730"/>
          </a:xfrm>
          <a:prstGeom prst="rect">
            <a:avLst/>
          </a:prstGeom>
        </p:spPr>
      </p:pic>
      <p:sp>
        <p:nvSpPr>
          <p:cNvPr id="9" name="文本框 8"/>
          <p:cNvSpPr txBox="1"/>
          <p:nvPr/>
        </p:nvSpPr>
        <p:spPr>
          <a:xfrm>
            <a:off x="515938" y="560070"/>
            <a:ext cx="3065780" cy="6451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spc="300" dirty="0">
                <a:solidFill>
                  <a:srgbClr val="003F43"/>
                </a:solidFill>
                <a:latin typeface="Times New Roman" panose="02020603050405020304" charset="0"/>
                <a:ea typeface="思源黑体 CN Bold" panose="020B0800000000000000" pitchFamily="34" charset="-122"/>
                <a:cs typeface="Times New Roman" panose="02020603050405020304" charset="0"/>
              </a:rPr>
              <a:t>Methodology</a:t>
            </a:r>
            <a:endParaRPr kumimoji="0" lang="zh-CN" altLang="en-US" sz="3600" b="0" i="0" u="none" strike="noStrike" kern="1200" cap="none" spc="300" normalizeH="0" baseline="0" noProof="0" dirty="0">
              <a:ln>
                <a:noFill/>
              </a:ln>
              <a:solidFill>
                <a:srgbClr val="003F43"/>
              </a:solidFill>
              <a:effectLst/>
              <a:uLnTx/>
              <a:uFillTx/>
              <a:latin typeface="Times New Roman" panose="02020603050405020304" charset="0"/>
              <a:ea typeface="思源黑体 CN Bold" panose="020B0800000000000000" pitchFamily="34" charset="-122"/>
              <a:cs typeface="Times New Roman" panose="02020603050405020304" charset="0"/>
            </a:endParaRPr>
          </a:p>
        </p:txBody>
      </p:sp>
      <p:sp>
        <p:nvSpPr>
          <p:cNvPr id="6" name="文本框 5"/>
          <p:cNvSpPr txBox="1"/>
          <p:nvPr/>
        </p:nvSpPr>
        <p:spPr>
          <a:xfrm>
            <a:off x="1034251" y="1620720"/>
            <a:ext cx="5181600" cy="3215005"/>
          </a:xfrm>
          <a:prstGeom prst="rect">
            <a:avLst/>
          </a:prstGeom>
          <a:noFill/>
        </p:spPr>
        <p:txBody>
          <a:bodyPr wrap="square" rtlCol="0">
            <a:spAutoFit/>
          </a:bodyPr>
          <a:lstStyle/>
          <a:p>
            <a:pPr marL="457200" lvl="0" indent="-457200">
              <a:lnSpc>
                <a:spcPct val="150000"/>
              </a:lnSpc>
              <a:spcBef>
                <a:spcPts val="1200"/>
              </a:spcBef>
              <a:buFont typeface="Arial" panose="020B0604020202020204" pitchFamily="34" charset="0"/>
              <a:buChar char="•"/>
              <a:defRPr/>
            </a:pPr>
            <a:r>
              <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rPr>
              <a:t>Representation</a:t>
            </a:r>
            <a:r>
              <a:rPr lang="en-US" altLang="zh-CN" sz="2800" b="1" dirty="0">
                <a:solidFill>
                  <a:schemeClr val="bg2">
                    <a:lumMod val="10000"/>
                  </a:schemeClr>
                </a:solidFill>
                <a:latin typeface="Times New Roman" panose="02020603050405020304" charset="0"/>
                <a:ea typeface="思源黑体 CN Bold" panose="020B0800000000000000"/>
                <a:cs typeface="Times New Roman" panose="02020603050405020304" charset="0"/>
              </a:rPr>
              <a:t>:</a:t>
            </a:r>
          </a:p>
          <a:p>
            <a:pPr lvl="1"/>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  0 → 1×1 Convolution</a:t>
            </a:r>
          </a:p>
          <a:p>
            <a:pPr lvl="1"/>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  1 → 3×3 Convolution</a:t>
            </a:r>
          </a:p>
          <a:p>
            <a:pPr lvl="1"/>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  2 → 3×3 Max Pooling</a:t>
            </a:r>
            <a:endParaRPr lang="en-US" altLang="zh-CN" sz="2400" dirty="0">
              <a:solidFill>
                <a:schemeClr val="bg2">
                  <a:lumMod val="10000"/>
                </a:schemeClr>
              </a:solidFill>
              <a:latin typeface="思源黑体 CN Regular"/>
              <a:ea typeface="思源黑体 CN Bold" panose="020B0800000000000000"/>
              <a:cs typeface="Calibri" panose="020F0502020204030204" pitchFamily="34" charset="0"/>
            </a:endParaRPr>
          </a:p>
          <a:p>
            <a:endParaRPr lang="en-US" altLang="zh-CN" sz="2400" dirty="0">
              <a:solidFill>
                <a:schemeClr val="bg2">
                  <a:lumMod val="10000"/>
                </a:schemeClr>
              </a:solidFill>
              <a:latin typeface="思源黑体 CN Regular"/>
              <a:ea typeface="思源黑体 CN Bold" panose="020B0800000000000000"/>
              <a:cs typeface="Calibri" panose="020F0502020204030204" pitchFamily="34" charset="0"/>
            </a:endParaRPr>
          </a:p>
          <a:p>
            <a:pPr marL="457200" indent="-457200">
              <a:buFont typeface="Arial" panose="020B0604020202020204" pitchFamily="34" charset="0"/>
              <a:buChar char="•"/>
            </a:pPr>
            <a:r>
              <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rPr>
              <a:t>Fitness:</a:t>
            </a:r>
            <a:endParaRPr lang="en-US" altLang="zh-CN" sz="2800" dirty="0">
              <a:solidFill>
                <a:schemeClr val="bg2">
                  <a:lumMod val="10000"/>
                </a:schemeClr>
              </a:solidFill>
              <a:latin typeface="思源黑体 CN Regular"/>
              <a:ea typeface="思源黑体 CN Bold" panose="020B0800000000000000"/>
              <a:cs typeface="Calibri" panose="020F0502020204030204" pitchFamily="34" charset="0"/>
            </a:endParaRPr>
          </a:p>
          <a:p>
            <a:pPr lvl="0">
              <a:lnSpc>
                <a:spcPct val="150000"/>
              </a:lnSpc>
              <a:spcBef>
                <a:spcPts val="1200"/>
              </a:spcBef>
              <a:defRPr/>
            </a:pPr>
            <a:endParaRPr lang="zh-CN" altLang="en-US" dirty="0">
              <a:solidFill>
                <a:srgbClr val="06383C"/>
              </a:solidFill>
              <a:latin typeface="微软雅黑" panose="020B0503020204020204" pitchFamily="34" charset="-122"/>
              <a:ea typeface="思源黑体 CN Bold" panose="020B0800000000000000"/>
              <a:cs typeface="Open Sans" panose="020B0606030504020204" pitchFamily="34" charset="0"/>
            </a:endParaRPr>
          </a:p>
        </p:txBody>
      </p:sp>
      <p:sp>
        <p:nvSpPr>
          <p:cNvPr id="3" name="文本框 2"/>
          <p:cNvSpPr txBox="1"/>
          <p:nvPr/>
        </p:nvSpPr>
        <p:spPr>
          <a:xfrm>
            <a:off x="6847205" y="4251960"/>
            <a:ext cx="2679700" cy="583565"/>
          </a:xfrm>
          <a:prstGeom prst="rect">
            <a:avLst/>
          </a:prstGeom>
          <a:noFill/>
        </p:spPr>
        <p:txBody>
          <a:bodyPr wrap="square">
            <a:noAutofit/>
          </a:bodyPr>
          <a:lstStyle/>
          <a:p>
            <a:pPr algn="ctr"/>
            <a:r>
              <a:rPr lang="en-US" altLang="zh-CN" sz="1600" dirty="0">
                <a:solidFill>
                  <a:srgbClr val="06383C"/>
                </a:solidFill>
                <a:latin typeface="Times New Roman" panose="02020603050405020304" charset="0"/>
                <a:ea typeface="思源黑体 CN Bold" panose="020B0800000000000000"/>
                <a:cs typeface="Times New Roman" panose="02020603050405020304" charset="0"/>
              </a:rPr>
              <a:t>Adjacency Matrix and operation vector</a:t>
            </a:r>
            <a:r>
              <a:rPr lang="en-US" altLang="zh-CN" sz="1600" dirty="0">
                <a:solidFill>
                  <a:srgbClr val="06383C"/>
                </a:solidFill>
                <a:latin typeface="微软雅黑" panose="020B0503020204020204" pitchFamily="34" charset="-122"/>
                <a:ea typeface="思源黑体 CN Bold" panose="020B0800000000000000"/>
                <a:cs typeface="Open Sans" panose="020B0606030504020204" pitchFamily="34" charset="0"/>
              </a:rPr>
              <a:t> </a:t>
            </a:r>
          </a:p>
        </p:txBody>
      </p:sp>
      <p:pic>
        <p:nvPicPr>
          <p:cNvPr id="4" name="图片 3"/>
          <p:cNvPicPr>
            <a:picLocks noChangeAspect="1"/>
          </p:cNvPicPr>
          <p:nvPr/>
        </p:nvPicPr>
        <p:blipFill>
          <a:blip r:embed="rId5"/>
          <a:stretch>
            <a:fillRect/>
          </a:stretch>
        </p:blipFill>
        <p:spPr>
          <a:xfrm>
            <a:off x="7166610" y="1894840"/>
            <a:ext cx="4347845" cy="2252980"/>
          </a:xfrm>
          <a:prstGeom prst="rect">
            <a:avLst/>
          </a:prstGeom>
        </p:spPr>
      </p:pic>
      <p:sp>
        <p:nvSpPr>
          <p:cNvPr id="7" name="文本框 6"/>
          <p:cNvSpPr txBox="1"/>
          <p:nvPr/>
        </p:nvSpPr>
        <p:spPr>
          <a:xfrm>
            <a:off x="9448800" y="4251960"/>
            <a:ext cx="1784350" cy="583565"/>
          </a:xfrm>
          <a:prstGeom prst="rect">
            <a:avLst/>
          </a:prstGeom>
          <a:noFill/>
        </p:spPr>
        <p:txBody>
          <a:bodyPr wrap="square">
            <a:noAutofit/>
          </a:bodyPr>
          <a:lstStyle/>
          <a:p>
            <a:pPr algn="ctr"/>
            <a:r>
              <a:rPr lang="en-US" altLang="zh-CN" sz="1600" dirty="0">
                <a:solidFill>
                  <a:srgbClr val="06383C"/>
                </a:solidFill>
                <a:latin typeface="Times New Roman" panose="02020603050405020304" charset="0"/>
                <a:ea typeface="思源黑体 CN Bold" panose="020B0800000000000000"/>
                <a:cs typeface="Times New Roman" panose="02020603050405020304" charset="0"/>
              </a:rPr>
              <a:t>Cell DAG Visualization</a:t>
            </a:r>
          </a:p>
        </p:txBody>
      </p:sp>
      <p:pic>
        <p:nvPicPr>
          <p:cNvPr id="10" name="图片 9"/>
          <p:cNvPicPr>
            <a:picLocks noChangeAspect="1"/>
          </p:cNvPicPr>
          <p:nvPr/>
        </p:nvPicPr>
        <p:blipFill>
          <a:blip r:embed="rId6"/>
          <a:srcRect r="3009" b="4016"/>
          <a:stretch>
            <a:fillRect/>
          </a:stretch>
        </p:blipFill>
        <p:spPr>
          <a:xfrm>
            <a:off x="1667510" y="4361180"/>
            <a:ext cx="4652645" cy="606425"/>
          </a:xfrm>
          <a:prstGeom prst="rect">
            <a:avLst/>
          </a:prstGeom>
        </p:spPr>
      </p:pic>
      <p:pic>
        <p:nvPicPr>
          <p:cNvPr id="13" name="图片 12"/>
          <p:cNvPicPr>
            <a:picLocks noChangeAspect="1"/>
          </p:cNvPicPr>
          <p:nvPr/>
        </p:nvPicPr>
        <p:blipFill>
          <a:blip r:embed="rId7"/>
          <a:srcRect t="8452" r="-837"/>
          <a:stretch>
            <a:fillRect/>
          </a:stretch>
        </p:blipFill>
        <p:spPr>
          <a:xfrm>
            <a:off x="0" y="-161137"/>
            <a:ext cx="12155365" cy="701913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b="30952"/>
          <a:stretch>
            <a:fillRect/>
          </a:stretch>
        </p:blipFill>
        <p:spPr>
          <a:xfrm>
            <a:off x="684872" y="5309554"/>
            <a:ext cx="10548455" cy="1598339"/>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8952" y="469432"/>
            <a:ext cx="3057110" cy="561730"/>
          </a:xfrm>
          <a:prstGeom prst="rect">
            <a:avLst/>
          </a:prstGeom>
        </p:spPr>
      </p:pic>
      <p:sp>
        <p:nvSpPr>
          <p:cNvPr id="9" name="文本框 8"/>
          <p:cNvSpPr txBox="1"/>
          <p:nvPr/>
        </p:nvSpPr>
        <p:spPr>
          <a:xfrm>
            <a:off x="515938" y="257175"/>
            <a:ext cx="3065780" cy="6451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spc="300" dirty="0">
                <a:solidFill>
                  <a:srgbClr val="003F43"/>
                </a:solidFill>
                <a:latin typeface="Times New Roman" panose="02020603050405020304" charset="0"/>
                <a:ea typeface="思源黑体 CN Bold" panose="020B0800000000000000" pitchFamily="34" charset="-122"/>
                <a:cs typeface="Times New Roman" panose="02020603050405020304" charset="0"/>
              </a:rPr>
              <a:t>Methodology</a:t>
            </a:r>
            <a:endParaRPr kumimoji="0" lang="zh-CN" altLang="en-US" sz="3600" b="0" i="0" u="none" strike="noStrike" kern="1200" cap="none" spc="300" normalizeH="0" baseline="0" noProof="0" dirty="0">
              <a:ln>
                <a:noFill/>
              </a:ln>
              <a:solidFill>
                <a:srgbClr val="003F43"/>
              </a:solidFill>
              <a:effectLst/>
              <a:uLnTx/>
              <a:uFillTx/>
              <a:latin typeface="Times New Roman" panose="02020603050405020304" charset="0"/>
              <a:ea typeface="思源黑体 CN Bold" panose="020B0800000000000000" pitchFamily="34" charset="-122"/>
              <a:cs typeface="Times New Roman" panose="02020603050405020304" charset="0"/>
            </a:endParaRPr>
          </a:p>
        </p:txBody>
      </p:sp>
      <p:pic>
        <p:nvPicPr>
          <p:cNvPr id="12" name="图片 11" descr="output3"/>
          <p:cNvPicPr>
            <a:picLocks noChangeAspect="1"/>
          </p:cNvPicPr>
          <p:nvPr/>
        </p:nvPicPr>
        <p:blipFill>
          <a:blip r:embed="rId5"/>
          <a:stretch>
            <a:fillRect/>
          </a:stretch>
        </p:blipFill>
        <p:spPr>
          <a:xfrm>
            <a:off x="515938" y="1721247"/>
            <a:ext cx="6124705" cy="3753199"/>
          </a:xfrm>
          <a:prstGeom prst="rect">
            <a:avLst/>
          </a:prstGeom>
        </p:spPr>
      </p:pic>
      <p:sp>
        <p:nvSpPr>
          <p:cNvPr id="14" name="文本框 13"/>
          <p:cNvSpPr txBox="1"/>
          <p:nvPr/>
        </p:nvSpPr>
        <p:spPr>
          <a:xfrm>
            <a:off x="1311275" y="1017270"/>
            <a:ext cx="2219325" cy="391160"/>
          </a:xfrm>
          <a:prstGeom prst="rect">
            <a:avLst/>
          </a:prstGeom>
        </p:spPr>
        <p:txBody>
          <a:bodyPr>
            <a:noAutofit/>
          </a:bodyPr>
          <a:lstStyle/>
          <a:p>
            <a:pPr marL="0" indent="0">
              <a:spcAft>
                <a:spcPct val="60000"/>
              </a:spcAft>
            </a:pPr>
            <a:r>
              <a:rPr lang="en-US" altLang="zh-CN" sz="2400" b="0" i="0">
                <a:solidFill>
                  <a:srgbClr val="191B1F"/>
                </a:solidFill>
                <a:latin typeface="Times New Roman" panose="02020603050405020304" charset="0"/>
                <a:ea typeface="微软雅黑" panose="020B0503020204020204" pitchFamily="34" charset="-122"/>
                <a:cs typeface="Times New Roman" panose="02020603050405020304" charset="0"/>
              </a:rPr>
              <a:t>AmoebaNet</a:t>
            </a:r>
          </a:p>
        </p:txBody>
      </p:sp>
      <p:pic>
        <p:nvPicPr>
          <p:cNvPr id="15" name="图片 14" descr="output"/>
          <p:cNvPicPr>
            <a:picLocks noChangeAspect="1"/>
          </p:cNvPicPr>
          <p:nvPr/>
        </p:nvPicPr>
        <p:blipFill>
          <a:blip r:embed="rId6"/>
          <a:stretch>
            <a:fillRect/>
          </a:stretch>
        </p:blipFill>
        <p:spPr>
          <a:xfrm>
            <a:off x="7261527" y="1114259"/>
            <a:ext cx="3738245" cy="53670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b="30952"/>
          <a:stretch>
            <a:fillRect/>
          </a:stretch>
        </p:blipFill>
        <p:spPr>
          <a:xfrm>
            <a:off x="684872" y="5309554"/>
            <a:ext cx="10548455" cy="1598339"/>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8952" y="469432"/>
            <a:ext cx="3057110" cy="561730"/>
          </a:xfrm>
          <a:prstGeom prst="rect">
            <a:avLst/>
          </a:prstGeom>
        </p:spPr>
      </p:pic>
      <p:sp>
        <p:nvSpPr>
          <p:cNvPr id="9" name="文本框 8"/>
          <p:cNvSpPr txBox="1"/>
          <p:nvPr/>
        </p:nvSpPr>
        <p:spPr>
          <a:xfrm>
            <a:off x="515938" y="560070"/>
            <a:ext cx="3065780" cy="6451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spc="300" dirty="0">
                <a:solidFill>
                  <a:srgbClr val="003F43"/>
                </a:solidFill>
                <a:latin typeface="Times New Roman" panose="02020603050405020304" charset="0"/>
                <a:ea typeface="思源黑体 CN Bold" panose="020B0800000000000000" pitchFamily="34" charset="-122"/>
                <a:cs typeface="Times New Roman" panose="02020603050405020304" charset="0"/>
              </a:rPr>
              <a:t>Methodology</a:t>
            </a:r>
            <a:endParaRPr kumimoji="0" lang="en-US" altLang="zh-CN" sz="3600" b="0" i="0" u="none" strike="noStrike" kern="1200" cap="none" spc="300" normalizeH="0" baseline="0" noProof="0" dirty="0">
              <a:ln>
                <a:noFill/>
              </a:ln>
              <a:solidFill>
                <a:srgbClr val="003F43"/>
              </a:solidFill>
              <a:effectLst/>
              <a:uLnTx/>
              <a:uFillTx/>
              <a:latin typeface="Times New Roman" panose="02020603050405020304" charset="0"/>
              <a:ea typeface="思源黑体 CN Bold" panose="020B0800000000000000" pitchFamily="34" charset="-122"/>
              <a:cs typeface="Times New Roman" panose="02020603050405020304" charset="0"/>
            </a:endParaRPr>
          </a:p>
        </p:txBody>
      </p:sp>
      <p:sp>
        <p:nvSpPr>
          <p:cNvPr id="6" name="文本框 5"/>
          <p:cNvSpPr txBox="1"/>
          <p:nvPr/>
        </p:nvSpPr>
        <p:spPr>
          <a:xfrm>
            <a:off x="515938" y="1246495"/>
            <a:ext cx="5181600" cy="4059894"/>
          </a:xfrm>
          <a:prstGeom prst="rect">
            <a:avLst/>
          </a:prstGeom>
          <a:noFill/>
        </p:spPr>
        <p:txBody>
          <a:bodyPr wrap="square" rtlCol="0">
            <a:spAutoFit/>
          </a:bodyPr>
          <a:lstStyle/>
          <a:p>
            <a:endPar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endParaRPr>
          </a:p>
          <a:p>
            <a:pPr marL="457200" indent="-457200">
              <a:buFont typeface="Arial" panose="020B0604020202020204" pitchFamily="34" charset="0"/>
              <a:buChar char="•"/>
            </a:pPr>
            <a:r>
              <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rPr>
              <a:t>Crossover:</a:t>
            </a:r>
          </a:p>
          <a:p>
            <a:pPr marL="457200" indent="-457200">
              <a:buFont typeface="Arial" panose="020B0604020202020204" pitchFamily="34" charset="0"/>
              <a:buChar char="•"/>
            </a:pPr>
            <a:endPar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endParaRPr>
          </a:p>
          <a:p>
            <a:pPr marL="457200" indent="-457200">
              <a:buFont typeface="Arial" panose="020B0604020202020204" pitchFamily="34" charset="0"/>
              <a:buChar char="•"/>
            </a:pPr>
            <a:endPar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endParaRPr>
          </a:p>
          <a:p>
            <a:pPr marL="457200" indent="-457200">
              <a:buFont typeface="Arial" panose="020B0604020202020204" pitchFamily="34" charset="0"/>
              <a:buChar char="•"/>
            </a:pPr>
            <a:endPar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sym typeface="+mn-ea"/>
            </a:endParaRPr>
          </a:p>
          <a:p>
            <a:pPr marL="457200" indent="-457200">
              <a:buFont typeface="Arial" panose="020B0604020202020204" pitchFamily="34" charset="0"/>
              <a:buChar char="•"/>
            </a:pPr>
            <a:endPar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sym typeface="+mn-ea"/>
            </a:endParaRPr>
          </a:p>
          <a:p>
            <a:pPr marL="457200" indent="-457200">
              <a:buFont typeface="Arial" panose="020B0604020202020204" pitchFamily="34" charset="0"/>
              <a:buChar char="•"/>
            </a:pPr>
            <a:endPar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sym typeface="+mn-ea"/>
            </a:endParaRPr>
          </a:p>
          <a:p>
            <a:pPr marL="457200" indent="-457200">
              <a:buFont typeface="Arial" panose="020B0604020202020204" pitchFamily="34" charset="0"/>
              <a:buChar char="•"/>
            </a:pPr>
            <a:r>
              <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sym typeface="+mn-ea"/>
              </a:rPr>
              <a:t>Mutation</a:t>
            </a:r>
            <a:r>
              <a:rPr lang="zh-CN" altLang="en-US" sz="2800" dirty="0">
                <a:solidFill>
                  <a:schemeClr val="bg2">
                    <a:lumMod val="10000"/>
                  </a:schemeClr>
                </a:solidFill>
                <a:latin typeface="Times New Roman" panose="02020603050405020304" charset="0"/>
                <a:ea typeface="思源黑体 CN Bold" panose="020B0800000000000000"/>
                <a:cs typeface="Times New Roman" panose="02020603050405020304" charset="0"/>
              </a:rPr>
              <a:t>：</a:t>
            </a:r>
            <a:endParaRPr lang="en-US" altLang="zh-CN" sz="2800" dirty="0">
              <a:solidFill>
                <a:schemeClr val="bg2">
                  <a:lumMod val="10000"/>
                </a:schemeClr>
              </a:solidFill>
              <a:latin typeface="思源黑体 CN Regular"/>
              <a:ea typeface="思源黑体 CN Bold" panose="020B0800000000000000"/>
              <a:cs typeface="Calibri" panose="020F0502020204030204" pitchFamily="34" charset="0"/>
            </a:endParaRPr>
          </a:p>
          <a:p>
            <a:pPr lvl="0">
              <a:lnSpc>
                <a:spcPct val="150000"/>
              </a:lnSpc>
              <a:spcBef>
                <a:spcPts val="1200"/>
              </a:spcBef>
              <a:defRPr/>
            </a:pPr>
            <a:endParaRPr lang="zh-CN" altLang="en-US" dirty="0">
              <a:solidFill>
                <a:srgbClr val="06383C"/>
              </a:solidFill>
              <a:latin typeface="微软雅黑" panose="020B0503020204020204" pitchFamily="34" charset="-122"/>
              <a:ea typeface="思源黑体 CN Bold" panose="020B0800000000000000"/>
              <a:cs typeface="Open Sans" panose="020B0606030504020204" pitchFamily="34" charset="0"/>
            </a:endParaRPr>
          </a:p>
        </p:txBody>
      </p:sp>
      <p:pic>
        <p:nvPicPr>
          <p:cNvPr id="12" name="图片 11"/>
          <p:cNvPicPr>
            <a:picLocks noChangeAspect="1"/>
          </p:cNvPicPr>
          <p:nvPr/>
        </p:nvPicPr>
        <p:blipFill>
          <a:blip r:embed="rId5"/>
          <a:stretch>
            <a:fillRect/>
          </a:stretch>
        </p:blipFill>
        <p:spPr>
          <a:xfrm>
            <a:off x="985000" y="4822509"/>
            <a:ext cx="2286635" cy="525145"/>
          </a:xfrm>
          <a:prstGeom prst="rect">
            <a:avLst/>
          </a:prstGeom>
        </p:spPr>
      </p:pic>
      <p:pic>
        <p:nvPicPr>
          <p:cNvPr id="13" name="图片 12"/>
          <p:cNvPicPr>
            <a:picLocks noChangeAspect="1"/>
          </p:cNvPicPr>
          <p:nvPr/>
        </p:nvPicPr>
        <p:blipFill>
          <a:blip r:embed="rId6"/>
          <a:stretch>
            <a:fillRect/>
          </a:stretch>
        </p:blipFill>
        <p:spPr>
          <a:xfrm>
            <a:off x="416357" y="5443930"/>
            <a:ext cx="3423920" cy="532765"/>
          </a:xfrm>
          <a:prstGeom prst="rect">
            <a:avLst/>
          </a:prstGeom>
        </p:spPr>
      </p:pic>
      <p:pic>
        <p:nvPicPr>
          <p:cNvPr id="4" name="图片 3"/>
          <p:cNvPicPr>
            <a:picLocks noChangeAspect="1"/>
          </p:cNvPicPr>
          <p:nvPr/>
        </p:nvPicPr>
        <p:blipFill>
          <a:blip r:embed="rId7"/>
          <a:stretch>
            <a:fillRect/>
          </a:stretch>
        </p:blipFill>
        <p:spPr>
          <a:xfrm>
            <a:off x="515938" y="2121977"/>
            <a:ext cx="3568065" cy="1008380"/>
          </a:xfrm>
          <a:prstGeom prst="rect">
            <a:avLst/>
          </a:prstGeom>
        </p:spPr>
      </p:pic>
      <p:pic>
        <p:nvPicPr>
          <p:cNvPr id="7" name="图片 6"/>
          <p:cNvPicPr>
            <a:picLocks noChangeAspect="1"/>
          </p:cNvPicPr>
          <p:nvPr/>
        </p:nvPicPr>
        <p:blipFill>
          <a:blip r:embed="rId8"/>
          <a:stretch>
            <a:fillRect/>
          </a:stretch>
        </p:blipFill>
        <p:spPr>
          <a:xfrm>
            <a:off x="586437" y="3226633"/>
            <a:ext cx="3333115" cy="1114425"/>
          </a:xfrm>
          <a:prstGeom prst="rect">
            <a:avLst/>
          </a:prstGeom>
        </p:spPr>
      </p:pic>
      <p:pic>
        <p:nvPicPr>
          <p:cNvPr id="5" name="图片 4"/>
          <p:cNvPicPr>
            <a:picLocks noChangeAspect="1"/>
          </p:cNvPicPr>
          <p:nvPr/>
        </p:nvPicPr>
        <p:blipFill>
          <a:blip r:embed="rId9"/>
          <a:stretch>
            <a:fillRect/>
          </a:stretch>
        </p:blipFill>
        <p:spPr>
          <a:xfrm>
            <a:off x="3852162" y="1085311"/>
            <a:ext cx="8339838" cy="539706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b="30952"/>
          <a:stretch>
            <a:fillRect/>
          </a:stretch>
        </p:blipFill>
        <p:spPr>
          <a:xfrm>
            <a:off x="684872" y="5309554"/>
            <a:ext cx="10548455" cy="1598339"/>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8952" y="469432"/>
            <a:ext cx="3057110" cy="561730"/>
          </a:xfrm>
          <a:prstGeom prst="rect">
            <a:avLst/>
          </a:prstGeom>
        </p:spPr>
      </p:pic>
      <p:sp>
        <p:nvSpPr>
          <p:cNvPr id="9" name="文本框 8"/>
          <p:cNvSpPr txBox="1"/>
          <p:nvPr/>
        </p:nvSpPr>
        <p:spPr>
          <a:xfrm>
            <a:off x="515938" y="560070"/>
            <a:ext cx="364715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spc="300">
                <a:solidFill>
                  <a:srgbClr val="003F43"/>
                </a:solidFill>
                <a:latin typeface="Times New Roman" panose="02020603050405020304" charset="0"/>
                <a:ea typeface="思源黑体 CN Bold" panose="020B0800000000000000" pitchFamily="34" charset="-122"/>
                <a:cs typeface="Times New Roman" panose="02020603050405020304" charset="0"/>
              </a:rPr>
              <a:t>Current </a:t>
            </a:r>
            <a:r>
              <a:rPr lang="en-US" altLang="zh-CN" sz="3600" spc="300" dirty="0">
                <a:solidFill>
                  <a:srgbClr val="003F43"/>
                </a:solidFill>
                <a:latin typeface="Times New Roman" panose="02020603050405020304" charset="0"/>
                <a:ea typeface="思源黑体 CN Bold" panose="020B0800000000000000" pitchFamily="34" charset="-122"/>
                <a:cs typeface="Times New Roman" panose="02020603050405020304" charset="0"/>
              </a:rPr>
              <a:t>R</a:t>
            </a:r>
            <a:r>
              <a:rPr lang="en-US" altLang="zh-CN" sz="3600" spc="300">
                <a:solidFill>
                  <a:srgbClr val="003F43"/>
                </a:solidFill>
                <a:latin typeface="Times New Roman" panose="02020603050405020304" charset="0"/>
                <a:ea typeface="思源黑体 CN Bold" panose="020B0800000000000000" pitchFamily="34" charset="-122"/>
                <a:cs typeface="Times New Roman" panose="02020603050405020304" charset="0"/>
              </a:rPr>
              <a:t>esults</a:t>
            </a:r>
            <a:endParaRPr kumimoji="0" lang="en-US" altLang="zh-CN" sz="3600" b="0" i="0" u="none" strike="noStrike" kern="1200" cap="none" spc="300" normalizeH="0" baseline="0" noProof="0" dirty="0">
              <a:ln>
                <a:noFill/>
              </a:ln>
              <a:solidFill>
                <a:srgbClr val="003F43"/>
              </a:solidFill>
              <a:effectLst/>
              <a:uLnTx/>
              <a:uFillTx/>
              <a:latin typeface="Times New Roman" panose="02020603050405020304" charset="0"/>
              <a:ea typeface="思源黑体 CN Bold" panose="020B0800000000000000" pitchFamily="34" charset="-122"/>
              <a:cs typeface="Times New Roman" panose="02020603050405020304" charset="0"/>
            </a:endParaRPr>
          </a:p>
        </p:txBody>
      </p:sp>
      <p:sp>
        <p:nvSpPr>
          <p:cNvPr id="3" name="文本框 2"/>
          <p:cNvSpPr txBox="1"/>
          <p:nvPr/>
        </p:nvSpPr>
        <p:spPr>
          <a:xfrm>
            <a:off x="515938" y="1265218"/>
            <a:ext cx="8560435" cy="4219575"/>
          </a:xfrm>
          <a:prstGeom prst="rect">
            <a:avLst/>
          </a:prstGeom>
          <a:noFill/>
        </p:spPr>
        <p:txBody>
          <a:bodyPr wrap="square" rtlCol="0">
            <a:noAutofit/>
          </a:bodyPr>
          <a:lstStyle/>
          <a:p>
            <a:pPr lvl="1"/>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1. Successful loading of the NASBench-101 dataset and implementation of the architecture query interface</a:t>
            </a:r>
          </a:p>
          <a:p>
            <a:pPr lvl="1"/>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2. Construction of the NAS search space, including both the topological representation (adjacency matrices) and operation definition (node-level operator choices).</a:t>
            </a:r>
          </a:p>
          <a:p>
            <a:pPr lvl="1"/>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3. Development of three search algorithms:</a:t>
            </a:r>
          </a:p>
          <a:p>
            <a:pPr marL="800100" lvl="1" indent="-342900">
              <a:buFont typeface="Arial" panose="020B0604020202020204" pitchFamily="34" charset="0"/>
              <a:buChar char="•"/>
            </a:pPr>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Random Search</a:t>
            </a:r>
          </a:p>
          <a:p>
            <a:pPr marL="800100" lvl="1" indent="-342900">
              <a:buFont typeface="Arial" panose="020B0604020202020204" pitchFamily="34" charset="0"/>
              <a:buChar char="•"/>
            </a:pPr>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Evolutionary Search with crossover</a:t>
            </a:r>
          </a:p>
          <a:p>
            <a:pPr marL="800100" lvl="1" indent="-342900">
              <a:buFont typeface="Arial" panose="020B0604020202020204" pitchFamily="34" charset="0"/>
              <a:buChar char="•"/>
            </a:pPr>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Evolutionary Search without crossover</a:t>
            </a:r>
          </a:p>
          <a:p>
            <a:pPr lvl="1"/>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4. Visualization of performance and algorithm comparison, illustrating how different search strategies evolve over time and how their efficiency differs under the same computational budget.</a:t>
            </a:r>
            <a:endParaRPr lang="zh-CN" altLang="en-US" dirty="0">
              <a:solidFill>
                <a:srgbClr val="06383C"/>
              </a:solidFill>
              <a:latin typeface="Times New Roman" panose="02020603050405020304" charset="0"/>
              <a:ea typeface="思源黑体 CN Bold" panose="020B0800000000000000"/>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b="30952"/>
          <a:stretch>
            <a:fillRect/>
          </a:stretch>
        </p:blipFill>
        <p:spPr>
          <a:xfrm>
            <a:off x="684872" y="5309554"/>
            <a:ext cx="10548455" cy="1598339"/>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8952" y="469432"/>
            <a:ext cx="3057110" cy="561730"/>
          </a:xfrm>
          <a:prstGeom prst="rect">
            <a:avLst/>
          </a:prstGeom>
        </p:spPr>
      </p:pic>
      <p:sp>
        <p:nvSpPr>
          <p:cNvPr id="9" name="文本框 8"/>
          <p:cNvSpPr txBox="1"/>
          <p:nvPr/>
        </p:nvSpPr>
        <p:spPr>
          <a:xfrm>
            <a:off x="515938" y="560070"/>
            <a:ext cx="364715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spc="300">
                <a:solidFill>
                  <a:srgbClr val="003F43"/>
                </a:solidFill>
                <a:latin typeface="Times New Roman" panose="02020603050405020304" charset="0"/>
                <a:ea typeface="思源黑体 CN Bold" panose="020B0800000000000000" pitchFamily="34" charset="-122"/>
                <a:cs typeface="Times New Roman" panose="02020603050405020304" charset="0"/>
              </a:rPr>
              <a:t>Current </a:t>
            </a:r>
            <a:r>
              <a:rPr lang="en-US" altLang="zh-CN" sz="3600" spc="300" dirty="0">
                <a:solidFill>
                  <a:srgbClr val="003F43"/>
                </a:solidFill>
                <a:latin typeface="Times New Roman" panose="02020603050405020304" charset="0"/>
                <a:ea typeface="思源黑体 CN Bold" panose="020B0800000000000000" pitchFamily="34" charset="-122"/>
                <a:cs typeface="Times New Roman" panose="02020603050405020304" charset="0"/>
              </a:rPr>
              <a:t>R</a:t>
            </a:r>
            <a:r>
              <a:rPr lang="en-US" altLang="zh-CN" sz="3600" spc="300">
                <a:solidFill>
                  <a:srgbClr val="003F43"/>
                </a:solidFill>
                <a:latin typeface="Times New Roman" panose="02020603050405020304" charset="0"/>
                <a:ea typeface="思源黑体 CN Bold" panose="020B0800000000000000" pitchFamily="34" charset="-122"/>
                <a:cs typeface="Times New Roman" panose="02020603050405020304" charset="0"/>
              </a:rPr>
              <a:t>esults</a:t>
            </a:r>
            <a:endParaRPr kumimoji="0" lang="en-US" altLang="zh-CN" sz="3600" b="0" i="0" u="none" strike="noStrike" kern="1200" cap="none" spc="300" normalizeH="0" baseline="0" noProof="0" dirty="0">
              <a:ln>
                <a:noFill/>
              </a:ln>
              <a:solidFill>
                <a:srgbClr val="003F43"/>
              </a:solidFill>
              <a:effectLst/>
              <a:uLnTx/>
              <a:uFillTx/>
              <a:latin typeface="Times New Roman" panose="02020603050405020304" charset="0"/>
              <a:ea typeface="思源黑体 CN Bold" panose="020B0800000000000000" pitchFamily="34" charset="-122"/>
              <a:cs typeface="Times New Roman" panose="02020603050405020304" charset="0"/>
            </a:endParaRPr>
          </a:p>
        </p:txBody>
      </p:sp>
      <p:pic>
        <p:nvPicPr>
          <p:cNvPr id="6" name="图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8271" y="1375072"/>
            <a:ext cx="5500349" cy="4107856"/>
          </a:xfrm>
          <a:prstGeom prst="rect">
            <a:avLst/>
          </a:prstGeom>
        </p:spPr>
      </p:pic>
      <p:pic>
        <p:nvPicPr>
          <p:cNvPr id="5" name="图片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1322400"/>
            <a:ext cx="5580062" cy="42887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b="30952"/>
          <a:stretch>
            <a:fillRect/>
          </a:stretch>
        </p:blipFill>
        <p:spPr>
          <a:xfrm>
            <a:off x="684872" y="5309554"/>
            <a:ext cx="10548455" cy="1598339"/>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06912" y="121452"/>
            <a:ext cx="3057110" cy="561730"/>
          </a:xfrm>
          <a:prstGeom prst="rect">
            <a:avLst/>
          </a:prstGeom>
        </p:spPr>
      </p:pic>
      <p:sp>
        <p:nvSpPr>
          <p:cNvPr id="9" name="文本框 8"/>
          <p:cNvSpPr txBox="1"/>
          <p:nvPr/>
        </p:nvSpPr>
        <p:spPr>
          <a:xfrm>
            <a:off x="234633" y="121285"/>
            <a:ext cx="364715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spc="300">
                <a:solidFill>
                  <a:srgbClr val="003F43"/>
                </a:solidFill>
                <a:latin typeface="Times New Roman" panose="02020603050405020304" charset="0"/>
                <a:ea typeface="思源黑体 CN Bold" panose="020B0800000000000000" pitchFamily="34" charset="-122"/>
                <a:cs typeface="Times New Roman" panose="02020603050405020304" charset="0"/>
              </a:rPr>
              <a:t>Current </a:t>
            </a:r>
            <a:r>
              <a:rPr lang="en-US" altLang="zh-CN" sz="3600" spc="300" dirty="0">
                <a:solidFill>
                  <a:srgbClr val="003F43"/>
                </a:solidFill>
                <a:latin typeface="Times New Roman" panose="02020603050405020304" charset="0"/>
                <a:ea typeface="思源黑体 CN Bold" panose="020B0800000000000000" pitchFamily="34" charset="-122"/>
                <a:cs typeface="Times New Roman" panose="02020603050405020304" charset="0"/>
              </a:rPr>
              <a:t>R</a:t>
            </a:r>
            <a:r>
              <a:rPr lang="en-US" altLang="zh-CN" sz="3600" spc="300">
                <a:solidFill>
                  <a:srgbClr val="003F43"/>
                </a:solidFill>
                <a:latin typeface="Times New Roman" panose="02020603050405020304" charset="0"/>
                <a:ea typeface="思源黑体 CN Bold" panose="020B0800000000000000" pitchFamily="34" charset="-122"/>
                <a:cs typeface="Times New Roman" panose="02020603050405020304" charset="0"/>
              </a:rPr>
              <a:t>esults</a:t>
            </a:r>
            <a:endParaRPr kumimoji="0" lang="en-US" altLang="zh-CN" sz="3600" b="0" i="0" u="none" strike="noStrike" kern="1200" cap="none" spc="300" normalizeH="0" baseline="0" noProof="0" dirty="0">
              <a:ln>
                <a:noFill/>
              </a:ln>
              <a:solidFill>
                <a:srgbClr val="003F43"/>
              </a:solidFill>
              <a:effectLst/>
              <a:uLnTx/>
              <a:uFillTx/>
              <a:latin typeface="Times New Roman" panose="02020603050405020304" charset="0"/>
              <a:ea typeface="思源黑体 CN Bold" panose="020B0800000000000000" pitchFamily="34" charset="-122"/>
              <a:cs typeface="Times New Roman" panose="02020603050405020304" charset="0"/>
            </a:endParaRPr>
          </a:p>
        </p:txBody>
      </p:sp>
      <p:pic>
        <p:nvPicPr>
          <p:cNvPr id="3" name="图片 2" descr="output4"/>
          <p:cNvPicPr>
            <a:picLocks noChangeAspect="1"/>
          </p:cNvPicPr>
          <p:nvPr/>
        </p:nvPicPr>
        <p:blipFill>
          <a:blip r:embed="rId5"/>
          <a:stretch>
            <a:fillRect/>
          </a:stretch>
        </p:blipFill>
        <p:spPr>
          <a:xfrm>
            <a:off x="1757045" y="767715"/>
            <a:ext cx="7352665" cy="58775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b="30952"/>
          <a:stretch>
            <a:fillRect/>
          </a:stretch>
        </p:blipFill>
        <p:spPr>
          <a:xfrm>
            <a:off x="684872" y="5309554"/>
            <a:ext cx="10548455" cy="1598339"/>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8952" y="469432"/>
            <a:ext cx="3057110" cy="561730"/>
          </a:xfrm>
          <a:prstGeom prst="rect">
            <a:avLst/>
          </a:prstGeom>
        </p:spPr>
      </p:pic>
      <p:sp>
        <p:nvSpPr>
          <p:cNvPr id="9" name="文本框 8"/>
          <p:cNvSpPr txBox="1"/>
          <p:nvPr/>
        </p:nvSpPr>
        <p:spPr>
          <a:xfrm>
            <a:off x="516255" y="560070"/>
            <a:ext cx="4444365"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300" normalizeH="0" baseline="0" noProof="0" dirty="0">
                <a:ln>
                  <a:noFill/>
                </a:ln>
                <a:solidFill>
                  <a:srgbClr val="003F43"/>
                </a:solidFill>
                <a:effectLst/>
                <a:uLnTx/>
                <a:uFillTx/>
                <a:latin typeface="Times New Roman" panose="02020603050405020304" charset="0"/>
                <a:ea typeface="思源黑体 CN Bold" panose="020B0800000000000000" pitchFamily="34" charset="-122"/>
                <a:cs typeface="Times New Roman" panose="02020603050405020304" charset="0"/>
              </a:rPr>
              <a:t>Future Work</a:t>
            </a:r>
          </a:p>
        </p:txBody>
      </p:sp>
      <p:sp>
        <p:nvSpPr>
          <p:cNvPr id="6" name="文本框 5"/>
          <p:cNvSpPr txBox="1"/>
          <p:nvPr/>
        </p:nvSpPr>
        <p:spPr>
          <a:xfrm>
            <a:off x="1034415" y="1620520"/>
            <a:ext cx="8260715" cy="5369560"/>
          </a:xfrm>
          <a:prstGeom prst="rect">
            <a:avLst/>
          </a:prstGeom>
          <a:noFill/>
        </p:spPr>
        <p:txBody>
          <a:bodyPr wrap="square" rtlCol="0">
            <a:spAutoFit/>
          </a:bodyPr>
          <a:lstStyle/>
          <a:p>
            <a:pPr marL="457200" lvl="0" indent="-457200">
              <a:lnSpc>
                <a:spcPct val="150000"/>
              </a:lnSpc>
              <a:spcBef>
                <a:spcPts val="1200"/>
              </a:spcBef>
              <a:buFont typeface="Arial" panose="020B0604020202020204" pitchFamily="34" charset="0"/>
              <a:buChar char="•"/>
              <a:defRPr/>
            </a:pPr>
            <a:r>
              <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rPr>
              <a:t>Explore multi-objective optimization</a:t>
            </a:r>
          </a:p>
          <a:p>
            <a:pPr marL="457200" lvl="0" indent="-457200">
              <a:lnSpc>
                <a:spcPct val="150000"/>
              </a:lnSpc>
              <a:spcBef>
                <a:spcPts val="1200"/>
              </a:spcBef>
              <a:buFont typeface="Arial" panose="020B0604020202020204" pitchFamily="34" charset="0"/>
              <a:buChar char="•"/>
              <a:defRPr/>
            </a:pPr>
            <a:endPar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endParaRPr>
          </a:p>
          <a:p>
            <a:pPr marL="457200" lvl="0" indent="-457200">
              <a:lnSpc>
                <a:spcPct val="150000"/>
              </a:lnSpc>
              <a:spcBef>
                <a:spcPts val="1200"/>
              </a:spcBef>
              <a:buFont typeface="Arial" panose="020B0604020202020204" pitchFamily="34" charset="0"/>
              <a:buChar char="•"/>
              <a:defRPr/>
            </a:pPr>
            <a:endPar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endParaRPr>
          </a:p>
          <a:p>
            <a:pPr marL="457200" lvl="0" indent="-457200">
              <a:lnSpc>
                <a:spcPct val="150000"/>
              </a:lnSpc>
              <a:spcBef>
                <a:spcPts val="1200"/>
              </a:spcBef>
              <a:buFont typeface="Arial" panose="020B0604020202020204" pitchFamily="34" charset="0"/>
              <a:buChar char="•"/>
              <a:defRPr/>
            </a:pPr>
            <a:r>
              <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rPr>
              <a:t>PSO, BSO</a:t>
            </a:r>
          </a:p>
          <a:p>
            <a:pPr marL="457200" lvl="0" indent="-457200">
              <a:lnSpc>
                <a:spcPct val="150000"/>
              </a:lnSpc>
              <a:spcBef>
                <a:spcPts val="1200"/>
              </a:spcBef>
              <a:buFont typeface="Arial" panose="020B0604020202020204" pitchFamily="34" charset="0"/>
              <a:buChar char="•"/>
              <a:defRPr/>
            </a:pPr>
            <a:r>
              <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rPr>
              <a:t>Other benchmark</a:t>
            </a:r>
            <a:endParaRPr lang="en-US" altLang="zh-CN" sz="2800" dirty="0">
              <a:solidFill>
                <a:schemeClr val="bg2">
                  <a:lumMod val="10000"/>
                </a:schemeClr>
              </a:solidFill>
              <a:latin typeface="思源黑体 CN Regular"/>
              <a:ea typeface="思源黑体 CN Bold" panose="020B0800000000000000"/>
              <a:cs typeface="Calibri" panose="020F0502020204030204" pitchFamily="34" charset="0"/>
            </a:endParaRPr>
          </a:p>
          <a:p>
            <a:endParaRPr lang="en-US" altLang="zh-CN" sz="2800" dirty="0">
              <a:solidFill>
                <a:schemeClr val="bg2">
                  <a:lumMod val="10000"/>
                </a:schemeClr>
              </a:solidFill>
              <a:latin typeface="思源黑体 CN Regular"/>
              <a:ea typeface="思源黑体 CN Bold" panose="020B0800000000000000"/>
              <a:cs typeface="Calibri" panose="020F0502020204030204" pitchFamily="34" charset="0"/>
            </a:endParaRPr>
          </a:p>
          <a:p>
            <a:pPr indent="0">
              <a:buFont typeface="Arial" panose="020B0604020202020204" pitchFamily="34" charset="0"/>
              <a:buNone/>
            </a:pPr>
            <a:r>
              <a:rPr lang="en-US" altLang="zh-CN" sz="2800" dirty="0">
                <a:solidFill>
                  <a:schemeClr val="bg2">
                    <a:lumMod val="10000"/>
                  </a:schemeClr>
                </a:solidFill>
                <a:latin typeface="思源黑体 CN Regular"/>
                <a:ea typeface="思源黑体 CN Bold" panose="020B0800000000000000"/>
                <a:cs typeface="Calibri" panose="020F0502020204030204" pitchFamily="34" charset="0"/>
              </a:rPr>
              <a:t> </a:t>
            </a:r>
          </a:p>
          <a:p>
            <a:pPr lvl="0">
              <a:lnSpc>
                <a:spcPct val="150000"/>
              </a:lnSpc>
              <a:spcBef>
                <a:spcPts val="1200"/>
              </a:spcBef>
              <a:defRPr/>
            </a:pPr>
            <a:endParaRPr lang="zh-CN" altLang="en-US" dirty="0">
              <a:solidFill>
                <a:srgbClr val="06383C"/>
              </a:solidFill>
              <a:latin typeface="微软雅黑" panose="020B0503020204020204" pitchFamily="34" charset="-122"/>
              <a:ea typeface="思源黑体 CN Bold" panose="020B0800000000000000"/>
              <a:cs typeface="Open Sans" panose="020B0606030504020204" pitchFamily="34" charset="0"/>
            </a:endParaRPr>
          </a:p>
        </p:txBody>
      </p:sp>
      <p:pic>
        <p:nvPicPr>
          <p:cNvPr id="4" name="图片 3"/>
          <p:cNvPicPr>
            <a:picLocks noChangeAspect="1"/>
          </p:cNvPicPr>
          <p:nvPr/>
        </p:nvPicPr>
        <p:blipFill>
          <a:blip r:embed="rId5"/>
          <a:stretch>
            <a:fillRect/>
          </a:stretch>
        </p:blipFill>
        <p:spPr>
          <a:xfrm>
            <a:off x="942111" y="2303622"/>
            <a:ext cx="6214745" cy="19075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b="30952"/>
          <a:stretch>
            <a:fillRect/>
          </a:stretch>
        </p:blipFill>
        <p:spPr>
          <a:xfrm>
            <a:off x="684872" y="5309554"/>
            <a:ext cx="10548455" cy="1598339"/>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8952" y="469432"/>
            <a:ext cx="3057110" cy="561730"/>
          </a:xfrm>
          <a:prstGeom prst="rect">
            <a:avLst/>
          </a:prstGeom>
        </p:spPr>
      </p:pic>
      <p:sp>
        <p:nvSpPr>
          <p:cNvPr id="9" name="文本框 8"/>
          <p:cNvSpPr txBox="1"/>
          <p:nvPr/>
        </p:nvSpPr>
        <p:spPr>
          <a:xfrm>
            <a:off x="515938" y="560070"/>
            <a:ext cx="4204970" cy="6451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300" normalizeH="0" baseline="0" noProof="0" dirty="0">
                <a:ln>
                  <a:noFill/>
                </a:ln>
                <a:solidFill>
                  <a:srgbClr val="003F43"/>
                </a:solidFill>
                <a:effectLst/>
                <a:uLnTx/>
                <a:uFillTx/>
                <a:latin typeface="Times New Roman" panose="02020603050405020304" charset="0"/>
                <a:ea typeface="思源黑体 CN Bold" panose="020B0800000000000000" pitchFamily="34" charset="-122"/>
                <a:cs typeface="Times New Roman" panose="02020603050405020304" charset="0"/>
              </a:rPr>
              <a:t>Time Management</a:t>
            </a:r>
          </a:p>
        </p:txBody>
      </p:sp>
      <p:sp>
        <p:nvSpPr>
          <p:cNvPr id="6" name="文本框 5"/>
          <p:cNvSpPr txBox="1"/>
          <p:nvPr/>
        </p:nvSpPr>
        <p:spPr>
          <a:xfrm>
            <a:off x="1034251" y="1620720"/>
            <a:ext cx="5181600" cy="2120902"/>
          </a:xfrm>
          <a:prstGeom prst="rect">
            <a:avLst/>
          </a:prstGeom>
          <a:noFill/>
        </p:spPr>
        <p:txBody>
          <a:bodyPr wrap="square" rtlCol="0">
            <a:spAutoFit/>
          </a:bodyPr>
          <a:lstStyle/>
          <a:p>
            <a:pPr marL="457200" lvl="0" indent="-457200">
              <a:lnSpc>
                <a:spcPct val="150000"/>
              </a:lnSpc>
              <a:spcBef>
                <a:spcPts val="1200"/>
              </a:spcBef>
              <a:buFont typeface="Arial" panose="020B0604020202020204" pitchFamily="34" charset="0"/>
              <a:buChar char="•"/>
              <a:defRPr/>
            </a:pPr>
            <a:r>
              <a:rPr lang="en-US" altLang="zh-CN" sz="2800" dirty="0">
                <a:solidFill>
                  <a:schemeClr val="bg2">
                    <a:lumMod val="10000"/>
                  </a:schemeClr>
                </a:solidFill>
                <a:latin typeface="思源黑体 CN Regular"/>
                <a:ea typeface="思源黑体 CN Bold" panose="020B0800000000000000"/>
                <a:cs typeface="Calibri" panose="020F0502020204030204" pitchFamily="34" charset="0"/>
              </a:rPr>
              <a:t>Python </a:t>
            </a:r>
          </a:p>
          <a:p>
            <a:endParaRPr lang="en-US" altLang="zh-CN" sz="2800" dirty="0">
              <a:solidFill>
                <a:schemeClr val="bg2">
                  <a:lumMod val="10000"/>
                </a:schemeClr>
              </a:solidFill>
              <a:latin typeface="思源黑体 CN Regular"/>
              <a:ea typeface="思源黑体 CN Bold" panose="020B0800000000000000"/>
              <a:cs typeface="Calibri" panose="020F0502020204030204" pitchFamily="34" charset="0"/>
            </a:endParaRPr>
          </a:p>
          <a:p>
            <a:pPr marL="457200" indent="-457200">
              <a:buFont typeface="Arial" panose="020B0604020202020204" pitchFamily="34" charset="0"/>
              <a:buChar char="•"/>
            </a:pPr>
            <a:r>
              <a:rPr lang="en-US" altLang="zh-CN" sz="2800" dirty="0">
                <a:solidFill>
                  <a:schemeClr val="bg2">
                    <a:lumMod val="10000"/>
                  </a:schemeClr>
                </a:solidFill>
                <a:latin typeface="思源黑体 CN Regular"/>
                <a:ea typeface="思源黑体 CN Bold" panose="020B0800000000000000"/>
                <a:cs typeface="Calibri" panose="020F0502020204030204" pitchFamily="34" charset="0"/>
              </a:rPr>
              <a:t>NAS-Bench-101: </a:t>
            </a:r>
          </a:p>
          <a:p>
            <a:pPr lvl="0">
              <a:lnSpc>
                <a:spcPct val="150000"/>
              </a:lnSpc>
              <a:spcBef>
                <a:spcPts val="1200"/>
              </a:spcBef>
              <a:defRPr/>
            </a:pPr>
            <a:endParaRPr lang="zh-CN" altLang="en-US" dirty="0">
              <a:solidFill>
                <a:srgbClr val="06383C"/>
              </a:solidFill>
              <a:latin typeface="微软雅黑" panose="020B0503020204020204" pitchFamily="34" charset="-122"/>
              <a:ea typeface="思源黑体 CN Bold" panose="020B0800000000000000"/>
              <a:cs typeface="Open Sans" panose="020B0606030504020204" pitchFamily="34" charset="0"/>
            </a:endParaRPr>
          </a:p>
        </p:txBody>
      </p:sp>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1837426"/>
            <a:ext cx="12185374" cy="25880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形 1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536" y="4697875"/>
            <a:ext cx="12214536" cy="2171700"/>
          </a:xfrm>
          <a:prstGeom prst="rect">
            <a:avLst/>
          </a:prstGeom>
        </p:spPr>
      </p:pic>
      <p:sp>
        <p:nvSpPr>
          <p:cNvPr id="6" name="文本框 5"/>
          <p:cNvSpPr txBox="1"/>
          <p:nvPr/>
        </p:nvSpPr>
        <p:spPr>
          <a:xfrm>
            <a:off x="6450330" y="1859280"/>
            <a:ext cx="4356735" cy="1703070"/>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300" normalizeH="0" baseline="0" noProof="0" dirty="0">
                <a:ln>
                  <a:noFill/>
                </a:ln>
                <a:solidFill>
                  <a:srgbClr val="2BB7B3"/>
                </a:solidFill>
                <a:effectLst/>
                <a:uLnTx/>
                <a:uFillTx/>
                <a:latin typeface="Times New Roman" panose="02020603050405020304" charset="0"/>
                <a:ea typeface="思源黑体 CN Light" panose="020B0300000000000000" pitchFamily="34" charset="-122"/>
                <a:cs typeface="Times New Roman" panose="02020603050405020304" charset="0"/>
              </a:rPr>
              <a:t>Thank You</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300" normalizeH="0" baseline="0" noProof="0" dirty="0">
                <a:ln>
                  <a:noFill/>
                </a:ln>
                <a:solidFill>
                  <a:srgbClr val="2F2E41"/>
                </a:solidFill>
                <a:effectLst/>
                <a:uLnTx/>
                <a:uFillTx/>
                <a:latin typeface="Times New Roman" panose="02020603050405020304" charset="0"/>
                <a:ea typeface="思源黑体 CN Bold" panose="020B0800000000000000" pitchFamily="34" charset="-122"/>
                <a:cs typeface="Times New Roman" panose="02020603050405020304" charset="0"/>
              </a:rPr>
              <a:t>for your listening</a:t>
            </a:r>
          </a:p>
        </p:txBody>
      </p:sp>
      <p:sp>
        <p:nvSpPr>
          <p:cNvPr id="2" name="矩形 1"/>
          <p:cNvSpPr/>
          <p:nvPr/>
        </p:nvSpPr>
        <p:spPr>
          <a:xfrm>
            <a:off x="6589105" y="3708221"/>
            <a:ext cx="1089660" cy="68580"/>
          </a:xfrm>
          <a:prstGeom prst="rect">
            <a:avLst/>
          </a:prstGeom>
          <a:solidFill>
            <a:srgbClr val="003F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pic>
        <p:nvPicPr>
          <p:cNvPr id="9" name="图形 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18952" y="469432"/>
            <a:ext cx="3057110" cy="561730"/>
          </a:xfrm>
          <a:prstGeom prst="rect">
            <a:avLst/>
          </a:prstGeom>
        </p:spPr>
      </p:pic>
      <p:pic>
        <p:nvPicPr>
          <p:cNvPr id="5" name="图形 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185808" y="925975"/>
            <a:ext cx="6299125" cy="5006050"/>
          </a:xfrm>
          <a:prstGeom prst="rect">
            <a:avLst/>
          </a:prstGeom>
        </p:spPr>
      </p:pic>
    </p:spTree>
  </p:cSld>
  <p:clrMapOvr>
    <a:masterClrMapping/>
  </p:clrMapOvr>
</p:sld>
</file>

<file path=ppt/theme/theme1.xml><?xml version="1.0" encoding="utf-8"?>
<a:theme xmlns:a="http://schemas.openxmlformats.org/drawingml/2006/main" name="已停用母版样式">
  <a:themeElements>
    <a:clrScheme name="南方科技大学专属配色方案 01">
      <a:dk1>
        <a:srgbClr val="ED6C00"/>
      </a:dk1>
      <a:lt1>
        <a:srgbClr val="FFFFFF"/>
      </a:lt1>
      <a:dk2>
        <a:srgbClr val="01605A"/>
      </a:dk2>
      <a:lt2>
        <a:srgbClr val="F2F2F2"/>
      </a:lt2>
      <a:accent1>
        <a:srgbClr val="003F43"/>
      </a:accent1>
      <a:accent2>
        <a:srgbClr val="ED6C00"/>
      </a:accent2>
      <a:accent3>
        <a:srgbClr val="2BB7B3"/>
      </a:accent3>
      <a:accent4>
        <a:srgbClr val="01605A"/>
      </a:accent4>
      <a:accent5>
        <a:srgbClr val="77D3D2"/>
      </a:accent5>
      <a:accent6>
        <a:srgbClr val="DBF6EF"/>
      </a:accent6>
      <a:hlink>
        <a:srgbClr val="2BB7B3"/>
      </a:hlink>
      <a:folHlink>
        <a:srgbClr val="01605A"/>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已停用母版样式">
  <a:themeElements>
    <a:clrScheme name="南方科技大学专属配色方案 01">
      <a:dk1>
        <a:srgbClr val="ED6C00"/>
      </a:dk1>
      <a:lt1>
        <a:srgbClr val="FFFFFF"/>
      </a:lt1>
      <a:dk2>
        <a:srgbClr val="01605A"/>
      </a:dk2>
      <a:lt2>
        <a:srgbClr val="F2F2F2"/>
      </a:lt2>
      <a:accent1>
        <a:srgbClr val="003F43"/>
      </a:accent1>
      <a:accent2>
        <a:srgbClr val="ED6C00"/>
      </a:accent2>
      <a:accent3>
        <a:srgbClr val="2BB7B3"/>
      </a:accent3>
      <a:accent4>
        <a:srgbClr val="01605A"/>
      </a:accent4>
      <a:accent5>
        <a:srgbClr val="77D3D2"/>
      </a:accent5>
      <a:accent6>
        <a:srgbClr val="DBF6EF"/>
      </a:accent6>
      <a:hlink>
        <a:srgbClr val="2BB7B3"/>
      </a:hlink>
      <a:folHlink>
        <a:srgbClr val="01605A"/>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368</TotalTime>
  <Words>302</Words>
  <Application>Microsoft Office PowerPoint</Application>
  <PresentationFormat>宽屏</PresentationFormat>
  <Paragraphs>69</Paragraphs>
  <Slides>13</Slides>
  <Notes>0</Notes>
  <HiddenSlides>0</HiddenSlides>
  <MMClips>0</MMClips>
  <ScaleCrop>false</ScaleCrop>
  <HeadingPairs>
    <vt:vector size="6" baseType="variant">
      <vt:variant>
        <vt:lpstr>已用的字体</vt:lpstr>
      </vt:variant>
      <vt:variant>
        <vt:i4>6</vt:i4>
      </vt:variant>
      <vt:variant>
        <vt:lpstr>主题</vt:lpstr>
      </vt:variant>
      <vt:variant>
        <vt:i4>3</vt:i4>
      </vt:variant>
      <vt:variant>
        <vt:lpstr>幻灯片标题</vt:lpstr>
      </vt:variant>
      <vt:variant>
        <vt:i4>13</vt:i4>
      </vt:variant>
    </vt:vector>
  </HeadingPairs>
  <TitlesOfParts>
    <vt:vector size="22" baseType="lpstr">
      <vt:lpstr>等线</vt:lpstr>
      <vt:lpstr>思源黑体 CN Regular</vt:lpstr>
      <vt:lpstr>微软雅黑</vt:lpstr>
      <vt:lpstr>Arial</vt:lpstr>
      <vt:lpstr>Calibri</vt:lpstr>
      <vt:lpstr>Times New Roman</vt:lpstr>
      <vt:lpstr>已停用母版样式</vt:lpstr>
      <vt:lpstr>Office Theme</vt:lpstr>
      <vt:lpstr>1_已停用母版样式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Yaojia Zhang</dc:creator>
  <cp:lastModifiedBy>ZW C</cp:lastModifiedBy>
  <cp:revision>131</cp:revision>
  <dcterms:created xsi:type="dcterms:W3CDTF">2019-12-12T09:10:00Z</dcterms:created>
  <dcterms:modified xsi:type="dcterms:W3CDTF">2025-12-14T15:41:36Z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BA820BDC509C422D86F3AD17449DA937_13</vt:lpwstr>
  </property>
  <property fmtid="{D5CDD505-2E9C-101B-9397-08002B2CF9AE}" pid="3" name="KSOProductBuildVer">
    <vt:lpwstr>2052-12.1.0.24034</vt:lpwstr>
  </property>
</Properties>
</file>